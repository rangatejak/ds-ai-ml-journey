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57" r:id="rId6"/>
    <p:sldId id="270" r:id="rId7"/>
    <p:sldId id="271" r:id="rId8"/>
    <p:sldId id="269" r:id="rId9"/>
    <p:sldId id="275" r:id="rId10"/>
    <p:sldId id="258" r:id="rId11"/>
    <p:sldId id="276" r:id="rId12"/>
    <p:sldId id="279" r:id="rId13"/>
    <p:sldId id="280" r:id="rId14"/>
    <p:sldId id="281" r:id="rId15"/>
    <p:sldId id="260" r:id="rId16"/>
    <p:sldId id="272" r:id="rId17"/>
    <p:sldId id="291" r:id="rId18"/>
    <p:sldId id="292" r:id="rId19"/>
    <p:sldId id="267" r:id="rId20"/>
    <p:sldId id="273" r:id="rId21"/>
    <p:sldId id="262" r:id="rId22"/>
    <p:sldId id="274" r:id="rId23"/>
    <p:sldId id="265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7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1E4"/>
    <a:srgbClr val="B8D3E8"/>
    <a:srgbClr val="197DCE"/>
    <a:srgbClr val="BC7FBB"/>
    <a:srgbClr val="7FC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291" autoAdjust="0"/>
  </p:normalViewPr>
  <p:slideViewPr>
    <p:cSldViewPr snapToGrid="0" showGuides="1">
      <p:cViewPr varScale="1">
        <p:scale>
          <a:sx n="68" d="100"/>
          <a:sy n="68" d="100"/>
        </p:scale>
        <p:origin x="738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9" d="100"/>
          <a:sy n="99" d="100"/>
        </p:scale>
        <p:origin x="4416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9FB0DB-6E14-4D38-930B-E188F6E13C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DB5971-2675-487B-9E88-02DB3F19D0B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88B8F3-31C2-4698-B74C-D5D76CFD8ACD}" type="datetimeFigureOut">
              <a:rPr lang="ru-RU" smtClean="0"/>
              <a:t>13.07.2021</a:t>
            </a:fld>
            <a:endParaRPr lang="ru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8F2125-3128-41A1-8437-EB29536F4DF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3736B-7E4B-4A53-8310-E0970E67F8A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4B18F8-B739-4178-8D2D-879F4A27DC2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29070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7-13T14:55:05.935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18640 5821 154 0,'0'0'125'15,"0"0"-68"1,0 0-22-16,0 0-34 0,0 0 43 15,0 0 16-15,0 0 32 16,78-100-3-16,-76 91-32 16,0 4 28-16,1-2 1 15,-1 2-43-15,0-1 17 16,0-1-51-16,2 0-2 16,-1 0 17-16,-1 0-10 15,-2 3-10-15,2 1 23 16,-2 3-17-16,0 0-8 15,0 0-2-15,0 10-13 0,-15 23-2 16,-12 11 30-16,-6 11-10 16,-5 0 1-16,-3 3-1 15,1 0 21-15,-2-1-26 16,-3-2 0-16,1 2 19 16,-5-5-10-16,-1-2-9 15,4-8 0-15,1-8 4 16,12-7 1-16,11-12-5 15,12-6 0-15,6-9 17 16,4-2-14-16,0-27-6 16,0-10-51-16,12-2 26 15,7 4 28-15,-1 8 0 16,-2 9 1-16,0 6-7 0,-3 8 3 16,5 6 0-1,4 0-1-15,4 4 8 0,3 15 5 16,0 8-9-16,-2-3 0 15,0 0 12-15,-2 0-6 16,-3-7 3-16,2-2-9 16,-4-5 7-16,1-3 3 15,-6-6-6-15,1-1-2 16,1 0 43-16,4-16-34 16,3-13 6-16,-1-8-15 15,-6-5 7-15,1-2 0 16,-7-7-9-16,1 0 0 0,-3-9 1 15,-3-1 1 1,1-1-2-16,-3 8 0 0,-4 11 8 16,0 8-6-16,0 9-2 15,0 6 0-15,0 6-1 16,0 5 19-16,0 2-18 16,-2 1 0-16,0-1 10 15,-3 2-23-15,-1-2 6 16,-1 2 7-16,-2-2-4 15,0 5 7-15,0 0-3 16,3 2 0-16,-4 0 4 16,-3 0-14-16,2 0 10 15,-7 0 0-15,0 0-10 16,1 0 12-16,-4 4-2 16,1 3 0-16,1 3 1 0,0 0-10 15,2 5 9 1,1 6 0-16,3 5-13 0,1 8 5 15,10 3 4-15,2 9 4 16,0-7-11-16,7 1-3 16,11-6 14-16,2-5 0 15,-2-9 6-15,0-11-1 16,4-6-10-16,6-3-1 16,13-23-28-16,5-15-42 15,4-6-111-15,-6 1-38 16,-8 5-215-16</inkml:trace>
  <inkml:trace contextRef="#ctx0" brushRef="#br0" timeOffset="1198.03">19074 5979 97 0,'0'0'73'16,"0"0"-26"-16,0 0-3 16,0 0 14-16,0 0-7 0,0 0-5 15,23 0 29-15,-23 0-24 16,0 0 10-1,0 0-22-15,0 0-31 0,0 0 13 16,2 0-20-16,-2 11 6 16,2-2 13-16,-2 3-15 15,0-2 13-15,2 1-3 16,-2-2-8-16,0 0 17 16,0-4-22-16,0 0-2 15,0-3 8-15,0-2 2 16,0 0-10-16,0 0 17 15,0 0 6-15,0 0 68 16,0-9-80-16,0-8-9 0,0-2 4 16,0 1 2-16,-9 0-8 15,3 3 0-15,-6 0 2 16,6 5-10-16,1 3 8 16,-1 2 0-16,2 3-6 15,-4 2-12-15,0 0 16 16,-1 0-10-16,-5 2 24 15,1 13-18-15,-3 2 6 16,1 5 0-16,2 6-5 16,-1 2 5-16,3 3 0 15,-1 3-2-15,6 2 13 16,0-4-17-16,3 1 8 16,3-6-2-16,0-5 0 15,0-7-10-15,0-8 10 0,0-7-3 16,13-2 7-16,3 0 27 15,2-14-22-15,6-16-6 16,1-10-3-16,2-3 8 16,0 0-8-16,-8 11 0 15,-3 8 2-15,-3 7 2 16,-3 10-4-16,-6 2 0 16,0 5-8-16,-1 0-3 15,-1 0 10-15,2 9-6 16,0 11 7-16,2 4 0 15,-4 4 1-15,0 2 7 0,0-2 11 16,5 0-7-16,-1-4-8 16,6-2 5-1,1-6-1-15,0-6 4 0,1-5-12 16,1-5 0-16,5 0 21 16,5-17-14-16,2-21 11 15,2-8-18-15,-2-8 9 16,0 0-5-16,-8-3-4 15,-1-1 0-15,-1 0 0 16,-5-2 9-16,-1-1-9 16,-2 6 0-16,-4 3 3 15,-3 9 9-15,0 9-8 16,0 10-3-16,-2 8 17 0,0 8-7 16,0 4-5-16,0 2 0 15,0 2-1-15,0 0-6 16,0 0 1-1,0 0-5-15,0 0-4 0,0 0-15 16,0 0 24-16,-11 11 5 16,-7 8 7-16,2 11-24 15,1 6 12-15,-3 11 0 16,3 7 0-16,1 6 4 16,3 6-4-16,5 0 0 15,6-2 2-15,0-3-9 16,0-10 7-16,15-5 0 15,5-9-2-15,0-11 11 16,0-10-9-16,5-10 0 0,-1-6 2 16,3 0-17-16,4-16-8 15,1-16-68-15,-1-10-96 16,0-11-407-16</inkml:trace>
  <inkml:trace contextRef="#ctx0" brushRef="#br0" timeOffset="1934.01">19888 5941 311 0,'0'0'295'16,"0"0"-286"-16,0 0-8 16,0 0-1-16,0 0 0 0,0 0 5 15,6 73 4 1,-6-63-6-16,0-5 22 0,0 0-13 15,0-3 26-15,0-2-3 16,0 2-10-16,0-2 33 16,-4 0-31-16,-5 0-16 15,1 0 11-15,0 0-15 16,0-9 2-16,1-4-6 16,3-6 2-16,-3 1 15 15,2 5-13-15,1 0 7 16,0 6 33-16,1 2-39 15,1 3 19-15,2 2-20 16,-4 0 6-16,-5 0-26 0,-3 0 13 16,0 8 0-16,-5 8-11 15,2 4 8-15,-1 4 2 16,-1 5 1-16,1 5 0 16,1-3-1-16,3 1 1 15,6-3 0-15,-1 0-7 16,7-8 3-16,0-1 3 15,0-8-28-15,0-4-28 16,0-6 53-16,0-2-31 16,4 0 12-16,7-2 15 15,7-21-21-15,0-10-2 16,2-9 26-16,3-2 5 16,-1 0 2-16,-2 3 4 15,-2 9 2-15,-5 10 43 16,-7 6-40-16,-3 10 22 0,0 3-14 15,-3 3-15-15,0 0-8 16,0 0-1-16,0 1-5 16,0 18-4-16,0 7 27 15,0 3-13-15,8 5 17 16,3 1-7-16,1-3 39 16,3 0-26-16,-1-8-6 15,-1-6 26-15,0-6-40 16,-2-8 19-16,2-4 0 0,6 0 0 15,1-16 13-15,2-14-35 16,-2-6-43-16,-9 0-15 16,-4 2-82-16,-7-2-69 15,0 2-246-15</inkml:trace>
  <inkml:trace contextRef="#ctx0" brushRef="#br0" timeOffset="2175.86">19406 5869 282 0,'0'0'454'0,"0"0"-268"16,0 0-102-16,0 0-17 15,0 0-48-15,0 0 3 16,150-85 2-16,-86 62-20 0,1 0 16 15,-5 0-20-15,-6 3-16 16,-14 2-6-16,-12 4-74 16,-7 5-47-16,-13 5-186 15</inkml:trace>
  <inkml:trace contextRef="#ctx0" brushRef="#br0" timeOffset="3239.48">21043 5573 173 0,'0'0'172'0,"0"0"-25"15,0 0-36-15,0 0-41 16,0 0-15-16,0 0-42 16,13-59 37-16,-13 59-44 15,0 0-2-15,0 0-4 16,0 20 12-16,-2 12 22 16,-20 15 17-16,-3 8-17 0,-4 10 18 15,-2 5-39-15,0 2-4 16,2 2 16-16,0-6-14 15,4-3-11-15,3-14 0 16,2-10 4-16,6-12 1 16,3-10-5-16,5-12-30 15,4-7 0-15,2 0-30 16,0-26 28-16,0-20-141 16,0-12 7-16,13-5 111 15,3-10 41-15,1-4 14 16,1 0 4-16,0-1 26 15,0 4 43-15,0 9-5 0,-1 10 17 16,1 8 14-16,0 10-35 16,-4 12-56-16,-4 3 101 15,0 8-80 1,-8 4 17-16,2 6 15 0,-1 4-37 16,-1 0 9-16,2 0-33 15,7 0 0-15,3 20-16 16,3 18 21-16,6 10-6 15,-5 13 1-15,-1 4 0 16,-3 7 2-16,-1 7-2 16,-3-1 0-16,-6-1 2 15,2-8 9-15,-4-6-12 16,1-14 1-16,1-13-8 0,-2-10-3 16,0-14-67-1,4-9-78-15,-2-3-2 0,-4-8-104 16</inkml:trace>
  <inkml:trace contextRef="#ctx0" brushRef="#br0" timeOffset="3891.11">20889 5966 670 0,'0'0'158'0,"0"0"-147"16,0 0-2-16,0 0-2 0,0 0 39 15,0 0 20 1,107-7-45-16,-67-13-14 0,0-2 13 16,-5-2-16-16,-2 0 1 15,-2 4-5-15,-5 4 6 16,-2 4-4-16,-1 7-2 16,-3 2 0-16,-2 3-5 15,0 0-3-15,-3 12 5 16,1 12-8-16,-3 4 11 15,-1 4-9-15,-6 3 9 16,-2-4 0-16,-4 1-4 16,0-1 14-16,0-5-10 15,0-3 0-15,0 0 2 16,-8-8 7-16,0-2-9 16,6-6 0-16,2-4-5 15,0-3-12-15,0 0 17 0,0-8 0 16,0-19-55-16,10-4 12 15,9-8 19-15,2 0 24 16,3 1-1-16,3 1 7 16,0 8 18-16,-1 6 13 15,-4 5-16-15,-1 6 26 16,-6 4-47-16,-3 6 5 16,-4 2-11-16,-3 0 6 15,-1 0-1-15,0 5-2 16,-1 7 1-16,0 8-4 15,-1 3 6-15,0 3 0 16,0 4 5-16,0 2 6 0,3-1-11 16,1-8 11-1,-2-5-9-15,6-5 33 16,-6-5-25-16,3-7 10 0,1-1 24 16,8 0-37-16,7-1 12 15,1-20-19-15,3-4-7 16,-1-8-39-16,1 0-94 15,-4-1-170-15,-4-3-296 16</inkml:trace>
  <inkml:trace contextRef="#ctx0" brushRef="#br0" timeOffset="5489.46">22014 5909 92 0,'0'0'203'16,"0"0"-150"-16,0 0-14 16,0 0 22-16,0 0 29 15,0 0-40-15,12 0-17 16,-10 0 23-16,-2 0-27 16,0 0 10-16,0-4 9 15,0-4-24-15,0 0 18 16,0-4-41-16,0-2 0 0,0-2 12 15,-4-3-4-15,-3 4-9 16,0-2 13-16,1 5-6 16,-1 5 24-16,0 0-29 15,0 4 0-15,-4 1-4 16,3 2 0-16,-4 0 2 16,-1 0 0-16,4 0 1 15,-4 12-9-15,4 2 8 16,-3 4 0-16,1 6-10 15,-2 4 5-15,2 6 2 16,0 5 2-16,4 1 1 16,4-5 3-16,3-1-3 15,0-3 0-15,0-9-1 16,0-7 1-16,0-4-15 16,6-8-34-16,-2-3 3 0,2 0 22 15,5-12 19 1,1-14-34-16,3-9 14 0,1-1 9 15,1-2 16-15,2 1 26 16,-4 8 9-16,1 3 52 16,-5 9-11-16,0 7-21 15,-6 5 33-15,-1 5-62 16,-2 0 16-16,0 0-42 16,5 5-1-16,0 17 1 15,2 9 0-15,2 1 9 16,-2-2 2-16,4-5-2 15,-2-4-9-15,-1-7 0 0,-2-9 2 16,3-3 9-16,3-2-9 16,5-5 4-1,6-24 14-15,-2-11-9 0,-3-6-11 16,-5-6 0-16,-6-8 5 16,-2-4-7-16,-3-4 2 15,-1-6 0-15,-3 1-11 16,2 5 20-16,-2 6-9 15,0 11 9-15,0 7-8 16,0 10 27-16,0 10-28 16,0 8 0-16,0 6 8 15,0 5-2-15,0 2-6 16,0 1 0-16,0 2 3 0,0 0-19 16,0 0 15-1,0 0 1-15,0 0-12 0,0 2 0 16,0 23 10-16,0 4 2 15,-5 11 0-15,1 7-6 16,-3 5 6-16,-2 9 0 16,3 9-3-16,-3 6 6 15,2-2-3-15,4-3 0 16,3-6 1-16,0-9-4 16,0-10 3-16,0-12 0 15,10-10-7-15,-1-14 7 16,4-8-12-16,5-2 4 15,4-3 8-15,5-23-8 16,-3-6 8-16,-2-5-2 0,-3-3-10 16,-2 0 1-16,-1 5 11 15,-5 11 0-15,-5 9 4 16,0 10-3-16,-6 5-1 16,0 0-6-16,0 0 1 15,0 20-28-15,0 13 33 16,0 4 0-16,0-2 0 15,6-3 0-15,7-4 0 16,5-7-17-16,0-7 11 16,2-11-20-16,-4-3 20 15,1 0 3-15,-3-17-12 16,-1-10 9-16,-2-4-16 16,1-4 22-16,-4 0-15 15,-1-4 25-15,-1 3-10 0,0 4 24 16,-2 3-4-16,2 10 30 15,-4 4-19-15,3 8 10 16,-3 2 2-16,-2 3-40 16,0 2 0-16,0 0-3 15,0 0-17-15,0 13 10 16,0 17 5-16,0 7 2 16,0 9-2-16,0 9 3 15,0 7-1-15,0 7 0 16,0 4 5-16,0 7 6 15,-2 7-11-15,-5-3 0 0,3 1 4 16,-2-3 6-16,3-6-10 16,-2-4 0-16,1-8 3 15,-3-9 2-15,1-15-5 16,-6-11 0-16,3-9 12 16,3-8-1-16,-1-5-11 15,3-5 10-15,-1-2-9 16,-2 0 45-16,-1 0-33 15,-8-21-8-15,-2-9 23 16,-2-10-22-16,0-10-1 16,0-10-5-16,4-8 7 15,14-1-9-15,2-1 2 16,10-1-4-16,23-1-3 0,5 2-50 16,4-1-17-1,-2 6-87-15,0 3-105 0,-4-2-246 16</inkml:trace>
  <inkml:trace contextRef="#ctx0" brushRef="#br0" timeOffset="6912.87">22735 5773 34 0,'0'0'427'0,"0"0"-260"15,0 0-102 1,0 0-28-16,0 0-4 0,0 0-22 16,31-114 47-16,-20 70-42 15,0-2 14-15,0-5 12 16,-2 0-37-16,-2 0 20 16,-2 1-20-16,1 4 2 15,-2 4-3-15,-1 7-4 16,1 9 0-16,-2 8-1 15,-2 4 7-15,2 4-6 16,-2 2 0-16,0 4 1 16,0 4 9-16,0 0-10 15,0 0-8-15,0 0 2 16,0 0-9-16,-2 19 15 16,-9 8 0-16,3 9 2 15,-2 8-7-15,4 9 5 16,-1 5 0-16,5 9-3 0,-2 3 11 15,4 1-8-15,-3-6 0 16,1-5 3-16,0-12-2 16,2-10-1-16,0-10-24 15,0-14-3-15,0-6-46 16,4-8 22-16,7 0 1 16,5-15 5-16,-1-14-3 15,-1-9-8-15,4-6 56 16,2-7-4-16,3 4 9 15,-2 1 29-15,2 7 28 0,-5 13 5 16,-7 10 20 0,-3 9-51-16,-3 4-8 0,-3 3 9 15,-2 0-37-15,0 10-9 16,0 18 9-16,0 9 17 16,0 2 9-16,0 3-26 15,0-2 0-15,0-3-1 16,7-5 10-16,2-4-9 15,4-8 0-15,1-4 3 16,-3-8 8-16,5-6-9 16,-1-2-2-16,3-5 0 15,1-20-26-15,2-8-14 16,-1-4-11-16,0-6-34 0,0 2 28 16,-4 0 24-1,-1 7 33-15,-1 5 29 0,-1 8 1 16,-2 8 24-16,-2 6 1 15,-2 5-35-15,-5 2-14 16,2 0-6 0,-1 4 0-16,-3 14-1 0,2 1 8 15,-2-2-2-15,0 1-5 16,0-4 6-16,0-3 2 16,0-4-8-16,0-2 0 15,0-2-1-15,0-3 1 16,0 0-7-16,0 0-11 15,0 0-10-15,0-1 19 16,-7-20-23-16,3-1-8 0,0-2 39 16,-3 1-25-16,2 2 26 15,0 7 5-15,1 4-5 16,2 6 44-16,2 2-16 16,0 2-17-16,-2 0-11 15,0 0-10-15,-3 16 8 16,1 8 2-16,-1 5-1 15,3 3-11-15,2 4 7 16,0 1 5-16,0 2 16 16,0-4-14-16,16-3 7 15,1-3-2-15,1-7-6 16,0-10 14-16,4-8-15 16,3-4-1-16,2-4-13 15,2-24 8-15,0-7 0 16,-5-4-1-16,-1-5 7 0,-4-4-2 15,0 0 2-15,3-2 0 16,0 3 6-16,2 6 2 16,1 6 6-16,-8 9 22 15,-7 9-21-15,-8 10 26 16,-2 2-28-16,0 5-8 16,0 0-5-16,-9 0-12 15,-15 12 12-15,-3 8-1 16,6-3-27-16,4 3 27 15,10 1-12-15,7 0-5 0,0 4 8 16,9 1-21 0,18-1 31-16,4 3 0 15,1 0 6-15,-1-2 0 0,-4-1 0 16,-8-4-2-16,-5-4 27 16,-12-3-30-16,-2-4 36 15,0-3-5-15,-20 0 4 16,-14-7 19-16,-11 0-53 15,-1 0-1-15,-6-16-2 16,4-10-109-16,3-6-101 16,7-7-376-16</inkml:trace>
  <inkml:trace contextRef="#ctx0" brushRef="#br0" timeOffset="7059.79">23368 5332 99 0,'0'0'556'0,"0"0"-504"16,0 0-52-16,0 0-1 16,0 0-84-16,0 0-116 15,0 0-97-15</inkml:trace>
  <inkml:trace contextRef="#ctx0" brushRef="#br0" timeOffset="7241.68">23011 5179 630 0,'0'0'262'0,"0"0"-142"16,0 0-7-16,0 0-66 15,0 0-39-15,0 0 0 16,187-84-8-16,-149 84 0 16,-7 0-6-16,-4 0-83 15,-7 4 4-15,-4 1-82 16,-3-5-168-16</inkml:trace>
  <inkml:trace contextRef="#ctx0" brushRef="#br0" timeOffset="8451.78">24826 5406 5 0,'0'0'100'16,"0"0"-11"-16,0 0-21 0,0 0 20 16,0 0-24-16,0 0-9 15,0 76 14-15,0-74-48 16,0 0 15-16,0-2-21 16,0 0 27-16,0 0 49 15,0 0-16-15,0 0 22 16,0-7-42-16,-7-16-54 15,-4-1 22-15,0-2-22 16,-1 0 0-16,1 4 33 16,0 4-32-16,0 3 32 15,2 7-12-15,0 3-18 16,1 5 8-16,-6 0-12 16,-3 2-2-16,-4 20-10 15,-1 8 0-15,-1 6 11 16,6 4-3-16,3 4 4 0,3 0-6 15,3 2 6-15,3-5 0 16,5-5-13-16,0-7-21 16,0-4 8-16,11-11-40 15,9-11 5-15,4-3 2 16,3-9 23-16,2-17-2 16,0-9 32-16,0-2 4 15,-4-6 2-15,-1-1 26 16,-2 6 6-16,-2 2 56 15,1 10-42-15,-6 5 2 0,-1 10 12 16,-6 5-39 0,-1 2 15-16,-5 4-23 0,0 0-6 15,0 0-14-15,2 0 5 16,0 12 2-16,2 22-2 16,-1 11 9-16,-1 17 2 15,-2 12 0-15,-2 10-6 16,0 8 22-16,0 6-25 15,0-2 0-15,-6 1-2 16,-1-8 10-16,3-14-14 16,0-14 6-16,-8-18-57 15,1-16 9-15,7-20-51 16,4-7-48-16,0-24-317 16</inkml:trace>
  <inkml:trace contextRef="#ctx0" brushRef="#br0" timeOffset="10125.96">25131 5296 205 0,'0'0'143'16,"0"0"-88"-16,0 0 8 15,0 0 10-15,0 0-32 16,0 0-5-16,0-7-3 0,0 7 3 16,0 0 48-16,0 0-8 15,0 0-33-15,0 0-20 16,0 0-23-16,0 0-4 16,0 4-16-16,0 20 10 15,0 10 1-15,-8 7 9 16,2 5 0-16,2 4-7 15,4 3 14-15,0-6-5 16,0-4-2-16,0-11 0 16,2-8 18-16,6-8-18 15,0-10-9-15,5-6 4 16,5-6 5-16,7-24 9 16,0-11-9-16,-4 0 0 0,-5-2 9 15,-3 6-9 1,-1-2 0-16,1 5 14 0,0 5-10 15,-1 6 14-15,-1 9 5 16,-3 8 10-16,-3 3 23 16,-2 0-35-16,-1 3-5 15,0 0-16-15,-2 0 1 16,0 12-1-16,0 11 12 16,0 10-3-16,0 1 12 15,0 4-21-15,6 0 0 16,3-5 0-16,5-5 9 15,-1-7-9-15,5-7 0 0,-1-3 1 16,2-7 6 0,-1-4-5-16,1 0-1 15,0-4-2-15,3-21-20 0,-5-7 11 16,2-2 1-16,-4-4-11 16,-4 1 16-16,-2 2-11 15,-2 5 15-15,-5 4-7 16,0 4 15-16,-2 5-8 15,0 4 0-15,0 1 3 16,0 5 4-16,0 4-7 16,0 1 0-16,0 2-1 15,0 0 2-15,-2 0-2 16,-5 0-2-16,-4 0 3 0,0 10-13 16,2 4 13-16,-2 6 0 15,2 6-12-15,0 1 11 16,5 8 1-1,4-3 0-15,0 5 1 0,0-5-6 16,0-6 5-16,0-5 0 16,6-5-7-16,8-6 4 15,5-10 3-15,6 0 5 16,0-5-3-16,4-17 22 16,-2-9-24-16,0-1 0 15,1-4 2-15,6-3 4 16,4 2-6-16,1-1 7 15,-1 0-1-15,-7 5 36 16,-6 8-30-16,-11 9 2 0,-5 6 8 16,-5 6-15-16,-4 4-7 15,0 0 0-15,0 0-20 16,0 0 14-16,0 0-32 16,0 7 38-16,0 8-14 15,0 0 18-15,-2 8-4 16,2 2 0-16,0 8 1 15,0 6-8-15,8 5 7 16,8-3 0-16,-3-3-6 16,-1-8 12-16,-10-9-6 15,-2-5 0-15,0-7-6 16,0-2-5-16,-18-5 11 16,-7-2 0-16,-1 0 5 15,0 0 1-15,-3-13-6 16,8-5 0-16,3 1 8 0,7 0 3 15,9 7-7-15,2 2-4 16,0 4 62-16,0 4-45 16,0-2 9-16,0 2-26 15,0 0-6-15,0 0-3 16,0 0-15-16,11 10 24 16,9 2 13-16,1 0-6 15,-2 0-7-15,1-2 0 16,-1-6 6-16,-4-1-5 15,1-3-1-15,-1 0-1 16,3-10-15-16,2-17 3 0,2-9 13 16,1-6-1-16,-1-4 5 15,-5-2-3 1,0-2-1-16,-4-3 0 0,-1-5-7 16,-2 0 16-16,-6-1-9 15,1 4 0-15,-3 13 3 16,0 11-2-16,-2 20-1 15,0 7 0-15,0 2-12 16,0 2 1-16,0 0-12 16,0 0 2-16,0 0 5 15,0 0 5-15,0 0 6 16,-4 6 5-16,-1 14-13 0,-1 6 11 16,2 9 1-16,0 8-1 15,2 6 0 1,2 2-8-16,0 2 10 0,0-4 0 15,0-3-17-15,0-1 28 16,0-6-11-16,10-2 6 16,-1-7-4-16,-1-5 11 15,2-13-13-15,5-7 0 16,3-5 37-16,4 0-16 16,2-17-21-16,1-10-5 15,-2-3-53-15,-8-5-35 16,-1 2-149-16,-6-4-255 0</inkml:trace>
  <inkml:trace contextRef="#ctx0" brushRef="#br0" timeOffset="10335.36">26194 5206 348 0,'0'0'384'15,"0"0"-174"-15,0 0-69 16,0 0-56-16,0 0-16 15,0 0-62-15,110-93 9 16,-77 72-16-16,-7 0 10 16,-3 5-6-16,-9 4-4 15,-8 10-23-15,1 0-10 16,-5 2-112-16,0 2-74 16,-2 14-205-16</inkml:trace>
  <inkml:trace contextRef="#ctx0" brushRef="#br0" timeOffset="12001.78">26306 5470 128 0,'0'0'72'15,"0"0"57"-15,0 0 18 16,0 0-22-16,0 0 3 0,0 0-52 16,26 9-25-16,-14-9 12 15,3-12-54 1,-1-2 9-16,1-5-14 0,-1-3 3 16,-3 0-14-16,-5 0 6 15,-2-2-30-15,0 5 28 16,-2 8-19-16,-2 2 22 15,2 8-2-15,0-1 2 16,-2 2-8-16,2 0 8 16,-2 0-25-16,0 3 20 15,0 14 5-15,0 5 12 16,0 0 0-16,0 7-11 0,0 0 18 16,0 3-19-1,0 2 0-15,0-4 3 0,0-4 3 16,0-6-6-16,0-8 0 15,0-6 0-15,0-6-7 16,2 0 5-16,7 0 2 16,1-3 0-16,-2-14-63 15,1-2-30-15,5-4-17 16,-1 0-132-16,5 0 59 16,-1 0 70-16,1 4 110 15,0 3 3-15,0 0 44 16,-5 2 94-16,-1 4 3 15,-4 4-13-15,-6 4-14 16,1 2-48-16,-3 0-38 0,0 0-15 16,0 0 1-16,0 5-14 15,0 6 18-15,0 1-17 16,0 2 24-16,0 2-19 16,0-2-6-16,2 2 20 15,7-2-15-15,-2-4 2 16,1-2 0-16,1-4-4 15,5-4 17-15,-1 0-18 16,1 0-1-16,-1-8-1 16,1-8-29-16,-1-6 8 15,-5 0-7-15,-3-2-16 16,-3-3 37-16,-2 1-15 16,0-3 22-16,-7 0-8 15,-6 5 16-15,-1 4-7 16,2 8 12-16,-1 6-6 0,1 6 24 15,-3 0-26-15,1 0-1 16,1 9 31-16,-1 7-32 16,3 5 10-16,5 6-13 15,-2 0 2-15,8 4 17 16,0-5-12-16,0 0 0 16,0-4 18-16,0-3-20 15,3-5 2-15,6-2-4 16,4-5 1-16,3-7 11 15,3 0-14-15,6-7 3 0,0-19 5 16,2-6-2-16,0 1-7 16,-5-3 0-16,0 2 0 15,-2 4-2-15,1 2 2 16,-2 5 0-16,-3 7 8 16,-3 7-1-16,-3 7 4 15,-2 0-9-15,3 0 9 16,-5 17-8-16,2 9-3 15,-4 3 1-15,-4-1 15 16,0 0-6-16,0-2-8 16,0-6-2-16,0-4 6 15,0-4 4-15,0-4-10 16,0-4 0-16,0-4-1 16,0 0 7-16,0 0-6 0,0-14 0 15,9-14-17-15,5-9-2 16,-1-2-13-1,2-1 19-15,-1 3 5 0,-1 7 11 16,1 7-3-16,-4 8 27 16,6 3-7-16,-3 4 22 15,-2 6-33-15,-1 2-6 16,-2 0-3-16,-1 6-2 16,-3 15 2-16,2 4 5 15,-2 6-2-15,-4 0 20 16,0 3-23-16,0-3 2 15,0-4 3-15,2-2 3 16,0-4-8-16,0-4 0 0,5-7 4 16,-3-4 4-16,8-6-7 15,1 0-1-15,5-4 28 16,4-16-19-16,0-6-7 16,-1-3-2-16,-4-5 6 15,-1-2-4-15,-3-3-2 16,-1-2 0-16,1-2-3 15,0 2 7-15,3 4-4 16,-3 8 0-16,-4 7 6 16,-2 12 12-16,-7 6-18 15,0 4 2-15,0 0-7 16,-3 2-18-16,-7 15 22 16,2 0 1-16,6 1-6 0,2 2-6 15,0-2-6 1,0 1 8-16,5 0-3 0,10 1 10 15,-2 2 3-15,1 3 0 16,-1 0 2-16,-3 1-2 16,-6 3 0-16,-4-8 0 15,0 2 2-15,0-5 8 16,-12-4 3-16,-9-2-4 16,-4-6-3-16,-8-6-12 15,-3 0-24-15,-7-16-71 16,-7-18-137-16,-6-12-451 15</inkml:trace>
  <inkml:trace contextRef="#ctx0" brushRef="#br0" timeOffset="12271.63">26946 4706 659 0,'0'0'174'15,"0"0"-174"-15,0 0-20 16,0 0 20-16,0 0 11 16,0 0 1-16,-60 132 6 15,60-125-9-15,0-7 0 16,0 0 68-16,0 0 43 16,0-14-50-16,2-7-70 15,2 2 0-15,-4 0-1 0,0 5 1 16,0 6-29-16,0 8-59 15,-8 0-99-15,-19 2-187 16</inkml:trace>
  <inkml:trace contextRef="#ctx0" brushRef="#br0" timeOffset="13424.77">16528 6338 153 0,'0'0'161'15,"0"0"-47"-15,0 0 2 16,0 0-30-16,0 0 4 16,0 0-2-16,-66-8-28 15,66 8-3-15,16 0-32 16,17 0 9-16,16-2 32 15,18 0-47-15,13 0 8 16,19 0-18-16,9-4-2 16,2 0 6-16,-10-4-13 15,-15-2 0-15,-21-1-4 16,-12-1 9-16,-19 2-5 16,-8-1 0-16,-14 3 7 15,-9 4-5-15,-2 0-2 0,0 0-5 16,-2 1 0-16,-14-4-24 15,-2 3 4-15,0 2-50 16,-7 2-26-16,2 0-49 16,-9 2-161-16,-1-2-36 15</inkml:trace>
  <inkml:trace contextRef="#ctx0" brushRef="#br0" timeOffset="13906.02">16743 6182 138 0,'0'0'195'0,"0"0"-80"15,0 0-35-15,0 0-23 16,0 0-37-16,0 0 18 15,0-49-30-15,0 49-3 16,0 0 10-16,0 0-1 16,0 0-4-16,-9 0 18 15,-7 9-11-15,-6 8 34 16,-3 6-27-16,-4 3-14 0,-4 2 39 16,-3 2-36-16,1-5 1 15,4-2 21-15,8-9-31 16,10-4 8-16,8-3 2 15,5-6-8-15,0-1 11 16,3 0-13-16,23 0 18 16,5 0 17-16,10 0-25 15,-6 0-12-15,-1 0-2 16,-5 0 3-16,-7 0-9 16,-5 12 6-16,-3 2 0 15,-3 0-9-15,-6 0-2 16,-3 0 1-16,-2 2-6 15,0-4-67-15,0 3-46 16,0-7-152-16,0-4-198 0</inkml:trace>
  <inkml:trace contextRef="#ctx0" brushRef="#br0" timeOffset="14970.37">16683 6072 80 0,'0'0'77'0,"0"0"-14"0,0 0 54 16,0 0-12-16,0 0 14 15,0 0-18-15,0-33-39 16,0 33-14-16,0 0-33 16,0 0-8-16,0 0-1 15,0 0-6-15,0 0 0 16,0 0-1-16,0 0-13 16,-3 4-23-16,-12 13 37 15,-4 7 0-15,-4 3 6 16,-2 7 4-16,-4 5-3 15,0 3 2-15,-2 0-2 16,6-6-7-16,5-6 0 0,7-10 7 16,6-9-10-16,7-8 3 15,0-1 0-15,0-2 12 16,0 0-4-16,0 0 60 16,0 0-1-16,0 0-28 15,0-5-8-15,-2-4-29 16,2 6 12-16,0-1 18 15,0 4-30-15,0 0 5 16,0 0-7-16,0 0-31 16,0 0 31-16,0 0 0 15,0 0 1-15,2 0 9 16,0 0-4-16,3 0-7 16,3 0 1-16,6 4 0 15,8 13-5-15,7 5 5 16,4 9 0-16,8 3-6 0,-1 4 12 15,5 1-6-15,-3-2 0 16,-7-9 7-16,-8-10-15 16,-11-8 8-16,-7-8 0 15,-7-2-12-15,-2 0 12 16,0-14-4-16,0-6-75 16,0-2-103-16,-8-5-143 15</inkml:trace>
  <inkml:trace contextRef="#ctx0" brushRef="#br0" timeOffset="15733.56">16594 6242 125 0,'0'0'37'0,"0"0"-25"15,0 0 9-15,0 0-3 16,0 0 33-16,0 0 9 16,79-100-4-16,-63 90-39 15,-9 2 35-15,-3 6-3 16,-2 0-1-16,-2 2 14 16,0 0-46-16,0 0-16 15,-2 2 0-15,-11 16 27 16,-5 4 7-16,1 7-3 15,-8 2-21-15,-2 3 25 16,-2 1-28-16,-2-4 0 0,4-4 13 16,5-6-16-16,6-9 5 15,10-5-9-15,1-5 8 16,5-2 0-16,0 0 1 16,0 0-1-16,0 0-4 15,-2-9-4-15,-1-3-6 16,1 2 2-16,2 0 4 15,0 5 15-15,0 1-15 16,0 1 0-16,0 1 8 16,0 0-6-16,0 1-1 15,7 1-1-15,2 0 0 16,4 0 18-16,1 1-18 16,6 15 0-16,4 6-7 0,5 9 18 15,2 1-11-15,-1 0 5 16,-1 0 0-16,-5-2 12 15,-2-6-17-15,-6-6 0 16,-5-11 5-16,-7-2 4 16,-1-5-9-16,-3 0 11 15,0 0-1-15,0-17 30 16,0-4-40-16,0-4-54 16,0 2 37-16,0-2-88 15,-3 2-69-15,-1-5-191 16</inkml:trace>
  <inkml:trace contextRef="#ctx0" brushRef="#br0" timeOffset="17383.11">16689 6070 35 0,'0'0'76'16,"0"0"-19"-16,0 0-3 0,0 0-9 16,0 0 58-16,0 0-24 15,-6 0-46-15,6 0 10 16,0 0-26-16,0 0-13 15,0 0-4-15,0 14 7 16,0 8 4-16,0 8 68 16,0 8-50-16,4 4 28 15,5-2-31-15,-1 2-5 16,0-2 18-16,-2 1-36 16,-3-2 13-16,-3-3-13 15,0-4 2-15,0-10 7 16,0-5-12-16,0-11 0 15,0-5 5-15,0 1 4 16,0-2-9-16,0 0 11 0,0 0-3 16,0-14-3-1,0-9-5-15,0-9-38 0,-3-3 35 16,-1 0-25-16,-1-4 8 16,3-1 6-16,-1 2 5 15,1 0 3-15,0 6 6 16,0 4 0-16,2 7 17 15,0 10-15-15,0 5 13 16,0 4-7-16,0 2-7 16,0-2 2-16,0 2-3 15,0 0 0-15,0 0-8 16,0 0-7-16,0 4 5 16,0 16 9-16,-4 9 1 0,-1 9-2 15,-1 1 2 1,1 3 0-16,0 1-6 0,-1-5 13 15,4-8-9-15,0-10 2 16,-1-7 0-16,3-8 1 16,0-5-1-16,-2 0-5 15,0-2-15-15,0-20-1 16,-3-4-39-16,0-4 24 16,3 0 20-16,2 1 16 15,0 5 0-15,0 3 2 16,0 7 40-16,0 3-28 15,0 7 26-15,0 2-40 0,0 2 2 16,0 0-6-16,0 0 4 16,2 0 0-16,0 14-4 15,-2 3 19 1,0 6-1-16,0 5 3 0,0 0-14 16,0 4 16-16,-4 0-19 15,-2-5 0-15,4-5 1 16,-1-8 3-16,3-10-6 15,0-4 2-15,0 0 0 16,0-13 6-16,5-10-6 16,1-8-32-16,-2 2 23 15,2-4-19-15,-2-1-10 0,0 0 5 16,1 0-2 0,1 2 35-16,1 8-1 15,0 2 1-15,0 10 19 0,-5 4-12 16,0 6 8-16,-2 2-15 15,0 0-8-15,0 0 2 16,0 3 1-16,0 8 1 16,0-1-7-16,0-2 14 15,0 0-6-15,-4-2 1 16,-3-3-3-16,2 0-7 16,-2-3 24-16,-1 0-9 15,1 0-3-15,1 0-10 16,0-8 1-16,4-8-53 15,0-4 32-15,0 0 30 16,2 3 11-16,0 5 9 0,0 5 51 16,0 2-51-16,0 5-13 15,0 0-7-15,0 0 9 16,9 7-9-16,0 13 1 16,0 4 1-16,-1 4 23 15,0 4-24-15,-2 0 9 16,-1 2-4-16,-3-3-1 15,-2-4 2-15,0 2-7 16,0-8 0-16,-4 0-5 16,-10-7-9-16,1-7 7 15,0-7-14-15,3 0 21 16,-1 0 3-16,3-12 9 0,-2-4-9 16,4 2-6-1,3 2 17-15,1 6-14 0,2 3 0 16,0 3 4-16,0 0 2 15,0-2 0-15,0-1 5 16,0 3 17-16,0 0-26 16,0 0 31-16,0-2-10 15,0 2-20-15,0 0-3 16,0 0-12-16,-8 0 12 16,-6-2 0-16,-1-4-4 15,3-3-1-15,3-6 0 16,7-1 5-16,2-2 9 15,0-2-5-15,2 0-4 0,17 0 5 16,0-4-5-16,1 0 0 16,1-1 0-16,-2-4 6 15,-1 0-14-15,-3 2 1 16,-3 1 7-16,-7 10-5 16,-3 5 10-16,0 10-10 15,-2 1 0-15,0 0-41 16,0 9-28-16,0 14-21 15,-2-3-162-15</inkml:trace>
  <inkml:trace contextRef="#ctx0" brushRef="#br0" timeOffset="18382.84">16646 6360 305 0,'0'0'136'16,"0"0"-36"-16,0 0-18 15,0 0-12-15,0 0 23 16,0 0-45-16,-52 0-20 16,60 0-9-16,24-2 1 15,9-2-10-15,20-1-5 16,11-2-1-16,17 1 1 15,9-4-5-15,4 0 17 16,1 1-17-16,-12-2 7 16,-11 6 2-16,-18-2-9 15,-16 3 0-15,-15-1 0 16,-14 5 4-16,-10 0-4 0,-4 0 0 16,-3-3 5-16,0 3 23 15,0 0-19-15,0 0 1 16,0 0 29-16,0 0-32 15,0 0 11-15,-3 0 5 16,-4 0-20-16,-2 0 9 16,3 0-12-16,2 0 0 15,-1 0-2-15,5 0 7 16,0 0-5-16,0 0 0 16,0 0 5-16,0 0 4 15,0 0-8-15,0 0-1 16,0 0 30-16,0 0-25 15,0 0 2-15,0 0-4 0,0 0 3 16,0 0-2-16,0 0-4 16,-2-2 0-16,-5 2-7 15,-6 0 11-15,-8 0-4 16,-10 0 0-16,-7 0-23 16,-11 0 22-16,-7 0-17 15,-11 0 7-15,-8 5 0 16,-14 2-23-16,-5 3 29 15,-3 0-6-15,7 2 11 16,10 0-5-16,13 3 5 16,13-2 0-16,15 1 8 15,9 0-3-15,14-4-5 16,8-2 0-16,6-4-2 0,2-4-7 16,0 0 18-1,0 0-2-15,0 0 61 0,0 0-40 16,0 0 5-16,0 0 0 15,0 0-22-15,0 0 20 16,0 0-31-16,0 0 0 16,0 0 1-16,0 0 7 15,0 0-8-15,0 0 0 16,0 0 3-16,0 0-16 16,0 0 2-16,0 0 10 15,13 0-14-15,7 7 10 16,7 0-27-16,2 0-141 15,4-7-372-15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7-13T14:59:03.532"/>
    </inkml:context>
    <inkml:brush xml:id="br0">
      <inkml:brushProperty name="width" value="0.05292" units="cm"/>
      <inkml:brushProperty name="height" value="0.05292" units="cm"/>
      <inkml:brushProperty name="color" value="#FFC00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18706 3816 513 0,'-6'-4'100'0,"-1"2"-76"0,3 2-15 15,2 0 24-15,0-3 29 16,2 3-51-16,0 0 6 16,0 0-1-16,0 0 11 15,0 0 50-15,-3-2-26 16,3 2-7-16,-3-7 5 15,1 1-46-15,2-1 18 16,0-3-5-16,0 2-14 16,0 0 19-16,0 1-21 15,0 4 0-15,0 1 14 16,0 2-7-16,-2 0-7 0,2 0 0 16,0 0 3-16,0 0-14 15,0 0 4-15,-4 0-13 16,-3 9 13-16,-4 9 6 15,-2 1 1-15,0 0 0 16,1-1 4-16,-1-2-1 16,3-2-3-16,6-6 0 15,0-2-2-15,4-5 7 16,0-1-5-16,0 0 0 16,0 0 5-16,4 0-5 15,19 0 7-15,10-1-5 16,5-1 2-16,2 2-2 0,5 0-2 15,-8 0 0 1,-2 12-8-16,-6 4 1 16,-10 0-10-16,-7 0-11 0,-8-2 25 15,-4 2-13-15,0-4 14 16,-14 1-1-16,-13-4-8 16,-2-3 5-16,-2-4 6 15,5-2 0-15,6 0 8 16,4 0 1-16,7 0 0 15,3 0 17-15,6 0-15 16,0 0 9-16,0 0-20 16,0 0-2-16,0 0-9 15,0 0 7-15,0 0 2 0,0 4-34 16,4-2-49-16,-4-2-61 16,0 0-81-16,0 0-201 15</inkml:trace>
  <inkml:trace contextRef="#ctx0" brushRef="#br0" timeOffset="482.25">18621 3734 564 0,'0'0'170'16,"0"0"-117"-16,0 0-16 15,0 0 8-15,0 0-29 16,0 0 2-16,157-127-18 15,-119 115 7-15,-3-2-3 16,-6 4-4-16,-2 2 0 0,-6-2 2 16,-6 3 9-16,-9 2-4 15,1 1 14-15,-4 4-21 16,-1 0 6-16,0 0-6 16,0 0-20-16,1 18 20 15,-1 12-6-15,-2 10 6 16,0 8 4-16,0 4-3 15,0 1 18-15,0-3-19 16,0-4 0-16,0-8 4 0,6-6 1 16,5-6-5-1,-1-8 0-15,0-10 4 0,-1-4 3 16,1-4-3-16,0 0-3 16,4-20 38-16,1-10-38 15,4-11 9 1,-4-5-10-16,-3-3 5 0,-6-6-13 15,-6 4 8-15,0 0-6 16,0 11 2-16,0 12-19 16,-6 12 14-16,-6 9-17 15,1 7-45-15,-3 0-25 16,-1 5-74-16,-1 11-171 16</inkml:trace>
  <inkml:trace contextRef="#ctx0" brushRef="#br0" timeOffset="725.11">19259 3485 70 0,'0'0'185'0,"0"0"-147"16,0 0-26-16,0 0-12 15,0 0-9-15,0 0 9 16,10-17-27-16,-10 22 14 16,0 3-21-16,0 2-18 15,0-2 36-15,-7 2-16 16,-5 1-28-16</inkml:trace>
  <inkml:trace contextRef="#ctx0" brushRef="#br0" timeOffset="30796.91">27239 17933 233 0,'164'-8'0'15,"-2"-2"-184"-15</inkml:trace>
  <inkml:trace contextRef="#ctx0" brushRef="#br1" timeOffset="47385.19">20106 10917 31 0,'0'0'39'0,"0"0"-4"16,0 0-14-16,0 0-8 15,0 0 14-15,0 0-20 16,0 0 9-16,16-54 5 16,-16 49-11-16,0 3 14 15,0 2-14-15,0 0 4 0,0 0-2 16,0 0-12-16,0 0-4 15,0 0 3-15,0 0 1 16,0 0 0-16,0 12 1 16,0 6-1-16,-2 5 19 15,-2 7-13-15,-4 3 10 16,2 8-3-16,-1 1-10 16,1 2 13-16,2-1-16 15,-2-3 0-15,2 1 6 16,0-4-3-16,1 0 0 15,1-1 0-15,0 3 1 16,-2 3 5-16,0 0-9 16,-4 2 1-16,-1-4-2 15,1-4 1-15,1-11-1 0,5-5-18 16,2-8-34-16,0-10 0 16,0-2-7-16,7 0 14 15,12-21-99-15</inkml:trace>
  <inkml:trace contextRef="#ctx0" brushRef="#br1" timeOffset="50182.94">20245 10930 12 0,'0'0'29'0,"0"0"-15"16,0 0 43-16,0 0-28 15,0 0 4-15,0 0 2 16,-16-58 12-16,11 51-30 16,1 2-13-16,0-1 21 15,-3 3-22-15,3-4 2 16,2 2-3-16,-3-2 0 15,2 3 9-15,-1-2-6 16,2 0 8-16,2-3 48 0,0 2-46 16,0-3 9-16,0 0 8 15,2 2-10-15,12-3 1 16,3 2-18-16,6 1-2 16,-1-4 14-1,5 2-14-15,4-2 4 0,3 0-1 16,3-2-1-16,3-1 4 15,3 0-9-15,3-1 0 16,4 0 15-16,0-2-13 16,2 1 4-16,0 1 6 15,-1-2-9-15,0 2 20 16,0 3-16-16,3-1-1 16,-1-1 4-16,-2 3-6 15,-1 0-4-15,-4 0 0 0,-1 0 6 16,-3 0-4-16,1-2-2 15,1 0 0-15,0 2 3 16,4-2 2-16,-3 2-5 16,-1 3 0-16,-7-4 5 15,-1 5-3-15,-5 0-2 16,-4 2 0-16,-2 4 0 16,-3-5 2-16,1 5-2 15,-4-5 0-15,2-1 3 16,-4 3-5-16,1 2 2 15,-4-1 0-15,-1 2-1 16,-4-1 1-16,0 2 0 16,-2-1-1-16,-1 2 9 0,3 0-12 15,0-2 4-15,2 2 0 16,0-2-5-16,1 0 7 16,-1-1-2-16,-3 3 0 15,2 0 6-15,-4-2-11 16,1 2 5-16,1-1 0 15,2-1-1-15,-1 0 5 16,1 0-4-16,2-1 0 16,-1 3 1-16,-2-2-5 15,-2 2 4-15,-1 0 0 16,-3-2-3-16,-1 2 5 16,-2-1-4-16,0 1-3 15,0 0 1-15,0 0-1 0,0 0 5 16,0 0 0-16,0 0-7 15,0 0 8-15,0 0-1 16,0 0 0-16,2 0-7 16,0 0 5-16,-2 5-2 15,0 4 4-15,0 3-2 16,0 0 3-16,0-1-1 16,0 3 0-16,0-2 3 15,0 3-7-15,0-3 4 16,0 2 0-16,0-2-6 15,0 2 9-15,0-2-3 0,0 2 0 16,0 0 0-16,0 2-3 16,0 0 3-16,0 0 0 15,0 0-2-15,0 2 3 16,0-1-1-16,0-3 0 16,0-1 2-16,0 1-6 15,0 1 4-15,0-4 0 16,0 2-5-16,0-3 8 15,0 4-3-15,0-2 0 16,0 2 4-16,0 2-8 16,0-2 4-16,0 0 0 15,0 0-7-15,0-1 7 16,0-1 0-16,0-1-2 16,0-1 7-16,0 0-8 15,0-2 3-15,0 2 0 0,0-1-2 16,0 2 5-16,0 1-3 15,0 0 0-15,0-1-3 16,0 2 0-16,2 1 3 16,0 0 0-16,1 3-4 15,-3-1 4-15,2-2 0 16,0-3 0-16,1 3 6 16,-1-6-9-16,0 3 3 15,1-4 0-15,-1 2-3 16,0-2 5-16,0 2-2 15,0 1 0-15,-2 0 0 0,0-1-3 16,2 4 3-16,0-3 0 16,1-2-2-1,1 0 4-15,-2-2-2 16,1 1 1-16,-1-4 8 0,1-1-8 16,-1 2-1-16,0 1 0 15,0-2 0-15,0 1 1 16,0-2-1-16,0 1 0 15,-2 0-1-15,0-1-2 16,3 0 3-16,-3 0-2 16,0 0-6-16,0 1 0 15,0 3 8-15,2-5 0 16,-2 3 4-16,2-3-4 16,-2 2 0-16,0-3 0 15,0 2 0-15,0 0 0 0,0-2 0 16,0 2 0-16,0-2-4 15,0 0-1 1,0 2 5-16,0 0 0 0,0 2-2 16,0-1 3-16,0 2-1 15,0-1 0-15,0-1 0 16,0 2-1-16,0-1 1 16,0 0 0-16,0 0-8 15,0 2 8-15,-4 0 0 16,-1 4-4-16,-1 2 11 15,2 0-7-15,1 0 0 0,1-2 0 16,-1-2 2-16,1 4 0 16,0-1-2-1,0-2 0-15,-1 1 3 0,1 0-4 16,-2 2 1-16,0 1 0 16,-3 1-5-16,2 1 5 15,1 4 0-15,-1-1 0 16,1-2 4-16,2-2-4 15,2-2 0-15,-2-5 0 16,2 2 1-16,0-3-1 16,0-1 0-16,-3 2 0 15,3-2 2-15,-4 4-3 16,2-4 1-16,-1 4-1 16,-1 0-6-16,1-2 7 15,1 0 0-15,0-2 0 0,0-1 5 16,0-1-8-16,-3 0 3 15,1 3 0-15,-5-2-6 16,-2 3 9-16,-2-2-3 16,-3 1 0-16,-5 2 2 15,0-1-2-15,-4 0 0 16,-4 0 0-16,-2 0 1 16,-2 4 2-16,-3-4-3 15,-3 5 0-15,0-2 1 16,-3 1-2-16,1 2 1 15,1-3 0-15,-2 1-11 16,-1-1 11-16,-1-1 0 0,-3 2 0 16,0-5-2-1,2 2 2-15,3-3 0 16,2 4 2-16,0-3-4 0,0 2 2 16,2-2 0-16,0 2 0 15,4-3 0-15,-1 6-2 16,6-1 2-16,0 0 0 15,2 1 0-15,-2 0 0 16,2-2 0-16,-2-2-2 16,5-2 6-16,0 0-4 15,1-3 0-15,-2 0 2 16,4 0-4-16,-2-2 2 16,-2 0 0-16,1 0 0 0,1 0-17 15,2 0 9-15,0 0-4 16,6 0 9-16,-1 0-5 15,5 0 8-15,2 0 0 16,0 0-2-16,0-4 4 16,-5 0-6-16,2-2 3 15,-5 0-21-15,2 0 20 16,-3-2-16-16,3 2 10 16,-1 0 7-16,3 0-3 15,4 0 4-15,2 0 0 16,-2-1 1-16,3 2-4 15,-6-4 3-15,-1 0 0 0,0 0 0 16,-3 0-21-16,3 1 16 16,1-1 3-1,2 2 2-15,-1 0 0 0,-1 2 0 16,1-1 0-16,-3-1 0 16,-1 3 0-16,-3 0-1 15,1-2 1-15,-6 3 0 16,3-4-1-16,3 5 1 15,3 0 0-15,5-2 0 16,5 4 3-16,2-4-3 16,-1 2 6-16,3-2-1 15,0-3 20-15,0 1-19 16,0-5 4-16,0 2 10 16,9-3-18-16,9-2 6 15,-1-3-6-15,2 2 1 0,-6 2 8 16,-3 1-11-16,-4 8 0 15,-6 4 0-15,0 0-104 16,-18 0-179-16</inkml:trace>
  <inkml:trace contextRef="#ctx0" brushRef="#br1" timeOffset="53103.13">27694 10560 1 0,'0'0'5'0,"0"0"25"15,0 0 4-15,0 0 8 16,0 0-23-16,0 0 0 16,0 0 17-16,0 134-18 15,0-98 14-15,0 4 0 16,0 2-24-16,-4 6 12 15,2 4-11-15,0 3-6 0,2 5 19 16,-3 2-20-16,3 0 11 16,0-2-2-16,0-2-8 15,0-6 13-15,0-1-16 16,0-5 0-16,0-6 1 16,0-4 3-16,0-4-4 15,0-6 0-15,0-3 3 16,0-4-5-16,0-3 2 15,0-2-12-15,0-2 8 16,0-4-32-16,-2-4 13 16,-2-2-4-16,0-2-16 15,-2 0 17-15,4 0-24 16,2-6 10-16,0-12-67 16</inkml:trace>
  <inkml:trace contextRef="#ctx0" brushRef="#br1" timeOffset="55321.93">27802 10628 123 0,'0'0'8'0,"0"0"11"0,0 0 34 15,0 0-1 1,0 0-22-16,0 0 8 0,24-118-17 16,-9 107 12-16,4 1-13 15,-2 0-17-15,3 0 19 16,5-2-9-16,2 2 6 16,2-2 11-16,2 0-16 15,5 0 9-15,3 0-18 16,7-1 6-16,4-1 8 15,4 2-14-15,-3-1 6 16,3 1 3-16,-5 0-11 16,0 3 18-16,-3-3-18 15,-1 1 0-15,0 2 22 16,0 2-23-16,1-1 13 16,1-1-14-16,2 4 4 0,0-4 4 15,0 4-9-15,-4-3 0 16,-6 1 0-16,-2 2 6 15,-6-4-8-15,-7 6 2 16,-2-1 0-16,-1 1 3 16,-1-1-3-16,-3 2 0 15,6-2-4-15,0 0 7 16,-2 0-3-16,2 0 0 16,-3 1 3-16,-1 1-5 15,-2-3 2-15,0 3 0 16,-1-2-3-16,2 1 6 15,-3 0-3-15,3 1 0 0,4 0 1 16,-4 0-1-16,5 2 0 16,-4-1 0-16,4-1-7 15,-3-1 9-15,-3 1-2 16,0 0 0-16,-7 2 4 16,-3-2-6-16,0 2 2 15,0-2 0 1,-1 2-4-16,1-1 9 0,2 1-5 15,2-3 0-15,0 2 2 16,-2 1-4-16,2 0 2 16,-2 0 0-16,-2 0-5 15,-2 0 10-15,-1 0-5 16,-4-3 0-16,2 3 1 16,0 0-2-16,-2 0 1 15,0 0 0-15,2 0-7 0,-2 0 8 16,3 0-1-16,-1 0 0 15,2 0-10-15,-2 3 7 16,3 4-12-16,0 4 15 16,-1-1-9-16,0 2 10 15,-1-1-1-15,1 3 0 16,0 0 6-16,-2 2-8 16,1 2 2-16,-3 5-1 15,0-1-10-15,0 3 10 16,0 4 1-16,0 0-1 15,0 0 5-15,0 0-2 0,-3 2-2 16,1-2 0-16,2 3-2 16,0-4 6-1,0 2-4-15,0 0 0 0,0-2 3 16,0 2-5-16,0 0 2 16,0-2 0-16,0 2-2 15,0-2 4-15,0 2-2 16,0-2 0-16,-2 1-1 15,-2-1-6-15,4-2 7 16,0-1 0-16,0-3-2 16,0 0 5-16,0 1-3 15,0-1 0-15,0-2 1 16,0 4-1-16,0-2 0 16,0 0 0-16,0 2-4 0,0-2-6 15,0-1 10-15,0-1-2 16,0-3 5-16,0-1 2 15,0-2-5-15,0 0 0 16,0-2-2-16,0 1 6 16,0-3-4-16,0-1 0 15,0 0 4-15,0-4-9 16,0 4 5-16,0-1 0 16,0 0 6-16,0 2 0 15,0-2-6-15,0 4 0 16,0-4 5-16,0 0-2 15,0 0-3-15,0-4 0 0,0 2-3 16,0-2 3-16,0 2-2 16,0-1-2-16,0 2 4 15,-2-1-1-15,-3 0 1 16,3 0 0-16,-2 0 2 16,2-2 3-16,-1 0-5 15,3 2 0-15,-2-3 2 16,-3 4 0-16,3-2-2 15,-2-2-1-15,1 3-6 16,-1-2 1-16,-2 0 6 16,1 2 5-16,-2-3-3 15,-4 4 13-15,2-1-15 16,-2-2 0-16,0 4 4 16,-2-1-1-16,1-2-3 15,1 1 0-15,0 3 3 0,-2-4-6 16,-3 1 3-16,-4 0 0 15,-7-2-9-15,-2 1 7 16,-2 0-4-16,0 2 5 16,-2-2 1-16,1 1-5 15,1 3 5-15,-2-2 0 16,2 0-9-16,0-2 9 16,1 3 0-16,1 0-1 15,0-3-8-15,-2 2 2 16,2-1 7-16,-2 1 0 15,0-2-5-15,0 0 7 16,0-1-2-16,-3 1 0 0,-2 0 2 16,-2-1-5-16,3 0 3 15,-1 1 0-15,3 2-1 16,2-4 4-16,4 4-3 16,0-3 0-16,0 1 4 15,2 0-7-15,-2-1 3 16,0-1 0-16,-2 4-3 15,0-2 5-15,1 2-2 16,-6-1 0-16,1-2 4 16,-5 1-8-16,0 2 4 15,3-4 0-15,2 4-2 16,-2-3 4-16,6-2-2 16,6-2 0-16,2 0 5 0,3 0-8 15,3 0 3 1,1 0 0-16,-3 0-3 0,1 0 5 15,-4 1-2-15,-2 2 0 16,1-1 5-16,0 1-9 16,0 0 4-16,3-3 0 15,3 2-3-15,-1-2 6 16,3 0-3-16,-1 0 0 16,5 1 4-16,1-1-8 15,1 0 4-15,2 0 0 16,1 0-1-16,-1 0 4 15,1 0-3-15,-2 0 0 0,1 0 10 16,1-3-10-16,-4-8 0 16,2 4 0-16,-1-5 1 15,-1 3 3-15,-2 2-4 16,-1-1 0-16,-2 1 3 16,0-2-9-16,0-4 6 15,-3-4 0-15,3-3 0 16,1-3 3-16,8-3-3 15,4-2 0-15,0-2-46 16,0-2-74-16,0-3-48 16,0-2-107-16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7-13T15:00:23.932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4092 12247 61 0,'0'0'105'0,"0"0"-23"15,0 0-30-15,0 0 14 16,0 0-3-16,0 0-3 15,-2 0 13-15,2 0-39 16,-4 3-13-16,-4 3 0 16,-2 2-9-16,-6 0 24 15,1 4-15-15,2 0-6 16,-6-3 22-16,9 0-28 16,2-3 9-16,6-4-2 15,2-2-13-15,0 0 38 16,6 0 14-16,31-20-28 0,19-18 37 15,17-12-58 1,10-9-2-16,8-7-4 0,-2-1-9 16,-5 0 2-16,-10 10-6 15,-20 16 13-15,-23 17-5 16,-16 10 5-16,-12 9-5 16,-3 3 2-16,0 2-36 15,0 0 33-15,-7 0-14 16,-13 0 20-16,-4 0 4 15,-1 0-4-15,3 0 0 16,3 0 4-16,4 0 9 16,-1 0-10-16,5 0-3 15,3-3 3-15,0-1 12 16,4 0-12-16,2 1-3 16,0 2 0-16,2 1 13 0,0-3-3 15,0 3-10-15,0-1 0 16,4-3-2-16,12 0-12 15,1 2 14-15,2-1 35 16,-3 3-27-16,-5 0-10 16,-5 0 2-16,-2 0-18 15,-4 11 18-15,0 7-35 16,-4 7 35-16,-19 6 0 16,-6 2 5-16,0 2-5 15,10-4-15-15,7-4-158 16,12-5-72-16,0-12-190 15</inkml:trace>
  <inkml:trace contextRef="#ctx0" brushRef="#br0" timeOffset="141.91">4770 12039 665 0,'0'0'160'0,"0"0"-125"15,0 0-26-15,0 0-8 16,0 0-1-16,0 0-156 15,-23 16-470-15</inkml:trace>
  <inkml:trace contextRef="#ctx0" brushRef="#br0" timeOffset="3098.87">4647 11889 1 0,'0'0'83'16,"0"0"-24"-16,0 0-24 16,0 0 10-16,0 0-10 0,0 0-13 15,0 0 10 1,0 0-20-16,0 0 17 0,0 0 39 16,0-2 2-16,0-2 31 15,0-2-30-15,0-2-60 16,0 4 39-16,0 2-30 15,0-1 5-15,0 3-9 16,0 0-16-16,0 0-5 16,0 7-15-16,-6 15 20 15,-5 7 4-15,1 0-4 16,4-3 0-16,-3 0 0 16,2-2 10-16,0 0-10 15,-1 2 0-15,-3 1 6 16,-1-1 6-16,-1-1-12 15,1-3 0-15,4-6 8 0,1-5 2 16,5-7-10 0,2-4 3-16,0 0-3 0,0 0 26 15,0 0-26 1,0 0-13-16,0 0-16 0,0 0-124 16,0-10-78-16,0-7-48 15</inkml:trace>
  <inkml:trace contextRef="#ctx0" brushRef="#br0" timeOffset="4546.35">4529 11943 9 0,'0'0'20'0,"0"0"-19"16,0 0 5-16,0 0 5 15,0 0-10-15,0 0 10 16,0-34 6-16,0 29-14 16,0-1 18-16,0 3-4 15,0-1 26-15,0 0 8 16,-2-2-18-16,-3 0 12 16,1-2-7-16,0 1 10 15,0 0 11-15,0 1-25 16,0-2-2-16,0 2 14 0,2-1-31 15,-1 2 20 1,-1 1-3-16,2-1 0 0,0 4 3 16,2-1-24-16,0 2 6 15,0 0-3-15,0 0-12 16,0 0-4-16,0 0 1 16,0 0-7-16,0 0 0 15,0 2-9-15,-2 16 17 16,2 10-9-16,0 2 13 15,0 4-6-15,0 2 2 16,0-2 0-16,0 0 5 16,8-4-5-16,-3 0 0 15,-3-5-1-15,0-6 8 16,-2-2-7-16,0-9 0 0,0-2 4 16,0-4 2-16,0-2-6 15,0 1 0-15,0-1 17 16,0 0-11-16,0 0 8 15,0-17-8-15,0-10-1 16,0 0 4-16,0-1-9 16,0-2 0-16,0 6 18 15,-2 2-10-15,2-1 3 16,-2 5-9-16,-1 4 5 16,3-1-1-16,0 2-6 15,0-1 0-15,0 0-1 16,0 2 9-16,0 2-8 15,0 2 0-15,0 4 3 0,0 1-1 16,0 3-2 0,0 0 0-16,0 0-13 0,0 0 1 15,0 0 12-15,0 0-6 16,0 0 6-16,0 0-10 16,0 0 10-16,0 0 0 15,0 0-1-15,0 0 10 16,0 0-9-16,0 0 0 15,0 0 6-15,0 0 11 16,0 0-17-16,0-3 0 16,0 0 19-16,0 0-7 15,0 1-12-15,0 2 0 0,0 0 5 16,0 0 8-16,0-3-13 16,0 3 0-16,0 0-1 15,0 0 10-15,0 0-11 16,0 0 2-16,0 0-10 15,0 0 1-15,0 11-11 16,0 12 20-16,11 12-14 16,5 0 22-16,-5-3-8 15,1-3 0-15,-6-3 3 16,1 0-7-16,-3-1 4 16,-2-6 0-16,0-1-3 15,-2-8 8-15,0-3-5 16,0-3 0-16,0-4 6 0,0 0 16 15,3 0-18 1,0-4 4-16,-1-14 21 0,2-3-17 16,-2-1-12-16,-2 0 0 15,3 0 5-15,-3 4-3 16,0 0-2-16,0 2 0 16,0 2-6-16,0 0 14 15,0 2-8-15,0 5 0 16,0 0 0-16,0 5-2 15,0 2 2-15,0 0 0 16,0 0-12-16,0 0-3 16,0 0-3-16,0 14 7 0,0 13 11 15,0 2-6 1,0 3 6-16,0-2 0 0,0 0-3 16,0-4 11-16,0-4-8 15,0-8 0-15,0-6 2 16,0-6 2-16,0-2-4 15,0 0 0-15,0 0 25 16,0-5-17-16,0-19-8 16,10-8 0-16,2-4 3 15,1 0 1-15,-4-1-4 16,-2 7 0-16,-3 8-5 16,-1 8 10-16,-3 8-5 15,0 6 0-15,0 0-15 16,0 0 12-16,0 14-26 15,0 15 29-15,0 16-8 0,-12 5 8 16,-1 7-11-16,-3-3-119 16,-1-13-168-16</inkml:trace>
  <inkml:trace contextRef="#ctx0" brushRef="#br1" timeOffset="36813.69">15358 1999 199 0,'0'-11'199'16,"0"-4"-132"-1,0 7-10-15,3-2-45 0,-1-1 27 16,2 6 9-16,-2 1-4 16,-2 1 16-16,0 1-29 15,0 2 9-15,0 0 18 16,0 0-23-16,0 0 15 15,0 0-20-15,0 0-23 16,0 0 21-16,0 0-27 16,0 0-1-16,-4 0 10 15,-9 5-10-15,-3 4 0 16,-1 6 5-16,-4 2 5 0,-3 4 6 16,-6 3-9-1,1 4 15-15,-2 3 13 0,-2 0-23 16,2 1 23-16,0-2-15 15,4-2-14-15,7-5 35 16,9-8-32-16,4-5 7 16,7-3 7-16,0-7-18 15,0 0 11-15,0 0-12 16,9 0-3-16,15 0 37 16,14 0-37-16,11-7 13 15,5-4-11-15,-5-1 10 16,-4 1-13-16,-12 4 0 15,-8 2 2-15,-8 1-5 16,-5 3 3-16,-6-1-6 16,-1 2 5-16,-5 0-36 0,0 0 21 15,0 0-11 1,0 0-23-16,2 0 29 0,-2 0-30 16,0 0 25-16,0 0 20 15,0 0-16-15,0 0 22 16,0-5 0-16,0-2 3 15,0-6-10-15,0-1 7 16,0-4 0-16,0 0-3 16,0-4 5-16,0 0-2 15,0 0 0-15,0 1 2 16,0 4 8-16,0 2-4 16,0 1-6-16,0 2 22 0,0 1-21 15,0 2 23-15,0 6-1 16,0 1-19-16,0 2 31 15,0 0-34-15,0 0 1 16,0 0-2-16,0 0-14 16,0 2 13-16,0 18-8 15,0 9 9-15,0 12 12 16,0 8-10-16,0 4 14 16,0 8-3-16,0 1-5 15,0-2-1-15,0-2-7 16,0-9 8-16,0-12 0 15,0-8-7-15,-2-10-2 16,2-7-10-16,-3-7-76 0,3-5-54 16,0 0-36-16,0-21-30 15,7-19-382-15</inkml:trace>
  <inkml:trace contextRef="#ctx0" brushRef="#br1" timeOffset="37373.9">15562 2095 307 0,'0'0'228'0,"0"0"-187"16,0 0 27-16,0 0 32 16,0 0-49-16,0 0 6 0,-23-26-17 15,23 17-15-15,0-2 44 16,0-4-58-16,0-2 17 15,4-1 19-15,9-2-42 16,3 2 12-16,3 4-1 16,0 4-14-16,1 5 10 15,1 5-12-15,-2 0 0 16,-1 7-11-16,0 13 4 16,-4 4 4-16,-10 2 2 15,-2 2 1-15,-2 2-9 16,0 2 9-16,-18 4 0 15,-8 2 0-15,-5 2 11 0,-3-1-11 16,4-3 0 0,5-5 1-16,4-4 5 0,8-10-6 15,4-4 0-15,4-9 25 16,5-4-23-16,0 0 35 16,0 0 11-16,19 0-11 15,14-6 28-15,13-8-49 16,6 2-7-16,6 2 5 15,-2 3-6-15,-4 4-8 16,-9 1 0-16,-11 0 4 16,-12 2-2-16,-9 0-2 15,-7-2 0-15,-2 2-7 16,-2 0 7-16,0 0-4 0,0 0-13 16,0 0-32-16,0-5-9 15,0 2-56-15,-4-6-73 16,-7-7-145-16</inkml:trace>
  <inkml:trace contextRef="#ctx0" brushRef="#br1" timeOffset="37735.96">15967 2011 441 0,'0'0'214'0,"0"0"-132"16,0 0-52-16,0 0 3 0,0 0-33 16,0 0 0-16,-2 23 24 15,2-11-24-15,0 2 21 16,11-5 8-16,3-5 8 16,-2-4 44-16,2 0-23 15,1 0-14-15,-1-8 26 16,1-11-40-16,-1-4 5 15,-5-1-18-15,-7 4-7 16,-2 4 29-16,0 4-39 16,0 3 1-16,0 4-1 15,0 3-5-15,-14 2-2 16,1 0 3-16,-5 0-23 0,1 14-19 16,3 4-111-1,3 3-47-15,7-7-155 0</inkml:trace>
  <inkml:trace contextRef="#ctx0" brushRef="#br1" timeOffset="38110.83">16401 1656 378 0,'0'0'244'0,"0"0"-144"16,0 0-50-16,0 0-7 16,0 0 29-16,0 0-70 0,8-18-2 15,-8 18-12-15,0 10 12 16,2 10 4-16,-2 4 8 16,0 8 9-16,0 10 27 15,-2 8-21-15,-14 6 4 16,-5 13-3-16,0 4-19 15,-4 10 24-15,-2 5-24 16,-2 7-6-16,-2 1 15 16,2-2-9-16,2-4-9 15,2-5 0-15,4-9 7 0,3-6-9 16,5-10 2-16,3-8-65 16,6-11-19-16,4-18-121 15,0-18-154-15</inkml:trace>
  <inkml:trace contextRef="#ctx0" brushRef="#br1" timeOffset="38499.69">16522 2217 415 0,'0'0'243'0,"0"0"-144"16,0 0-11-16,0 0-24 0,0 0-21 16,0 0-42-16,0-28-1 15,0 30-3-15,0 15-10 16,0-1 13-16,2-1 36 16,5-5-30-16,0 0 19 15,-1-3 5-15,3-3-14 16,1-4 27-16,-2 0-21 15,3 0 3-15,-1-18 36 16,-2-4-59-16,-1 0 11 16,-7 2-2-16,0 3-4 15,0 5-14-15,0 5 6 16,-3 3-23-16,-9 4 24 16,-7 0-71-16,-3 0-27 15,-5 14-47-15,-2 4-158 0,3-2-214 16</inkml:trace>
  <inkml:trace contextRef="#ctx0" brushRef="#br1" timeOffset="39638.94">17610 2247 91 0,'0'0'259'0,"0"0"-164"0,0 0-39 16,0 0 9-16,0 0-3 16,0 0 14-16,-87-16-13 15,67 16-19-15,-2 0 33 16,1 0-30-16,8 4 23 15,2-1-6-15,6-2-41 16,3-1 10-16,2 0-12 16,0 0-10-16,0 0 11 15,16 0-17-15,24 0-5 16,20 0 34-16,19 0-29 16,5 0 2-16,-2 0-7 15,-9-1 3-15,-7-6 3 0,-15 0-3 16,-11-2-3-16,-8 4 0 15,-11-2 5-15,-5 3-5 16,-7 3 11-16,-5-1-10 16,-4 2 22-16,0 0-22 15,0 0-1-15,0 0 0 16,0 0 4-16,0 0-5 16,0 0 1-16,0 0 0 15,0-2-10-15,0 2 12 16,-8-5-2-16,-8 1 6 15,-2-1 2-15,-2-4-3 16,-2 0-5-16,0-5 6 16,-3-1 3-16,2 3-8 0,4 0-1 15,3 4 0 1,7 4 12-16,5 2-12 0,4 2 0 16,0 0 6-16,0 0-5 15,0 0-1-15,0 0-16 16,11 0 13-16,11 0 2 15,5 2 1-15,0 5 2 16,-3-2 6-16,-4 1-5 16,-7 2-3-16,-3 2 0 15,-6 2-1-15,-4 9-12 0,0 7 7 16,0 5 4-16,-4 6 2 16,-12 0-1-16,-2-4 1 15,4 1-6-15,4-6-49 16,8-6-145-16,2-12-97 15,0-12-369-15</inkml:trace>
  <inkml:trace contextRef="#ctx0" brushRef="#br1" timeOffset="40263.98">18698 1999 99 0,'0'0'277'16,"0"0"-119"-16,0 0-37 15,0 0-9-15,0 0-6 16,0 0-12-16,0 0-2 16,0-34-56-16,0 30 21 15,0 4-11-15,0 0-24 16,0 0 25-16,0 0-47 16,0 0 0-16,0 0-8 15,0 10-12-15,0 21 14 16,0 13 5-16,0 17 2 15,-5 13 10-15,-1 11-11 0,-4 9 0 16,4 2 13-16,-3 0-5 16,-3-3-8-16,2-3 0 15,-1-8 7-15,-1-8-2 16,1-12-5-16,3-11 0 16,0-13-8-16,4-14 8 15,2-12-44-15,2-12-88 16,-2 0-60-16,2-28 23 15,0-25-477-15</inkml:trace>
  <inkml:trace contextRef="#ctx0" brushRef="#br1" timeOffset="40583.79">18579 2119 497 0,'0'0'270'0,"0"0"-137"16,0 0-54-16,0 0-11 16,0 0-28-16,0 0-27 15,32-106 13-15,-5 98-25 16,2 5-1-16,2 0 6 16,2 3-1-16,-4 0-5 15,0 0 0-15,-6 18 2 16,-8 2-16-16,-7 3 14 0,-8 6-5 15,0 0-6 1,0-2 18-16,-17-1-7 0,-8-3 0 16,1-4 8-1,-5-2-19-15,5-5 2 0,4-8-108 16,6-4-66-16,7 0-240 16</inkml:trace>
  <inkml:trace contextRef="#ctx0" brushRef="#br1" timeOffset="41387.89">18941 2092 313 0,'0'0'239'0,"0"0"-119"16,0 0-28-16,0 0 9 15,0 0-31-15,0 0-20 16,0-58-20-16,13 45-29 16,1 1 31-16,-2 2-16 15,2 4-6-15,4 1 16 16,0 5-21-16,-1 0-5 16,6 0 0-16,1 0-2 15,1 17-4-15,-2 5 6 16,-4 4 0-16,-5 1-16 15,-7-1 10-15,-3-6 4 0,-4-5 1 16,0-1-1-16,0-5-4 16,0-4 6-1,-7-1 0-15,-1-1 31 0,-4-3-16 16,3 0 26-16,1 0 9 16,0-9-30-16,4-8 27 15,4-6-16-15,0 0-19 16,0-4 8-16,0 1-16 15,18 0-4-15,5-2 0 16,0 4-13-16,9 4 9 16,-3 4-34-16,0 6-48 15,2 0 14-15,-4 6-20 16,-5 0 35-16,-1 2 30 16,-6 0 12-16,-7 2 12 0,-2 0 3 15,-4 0 0-15,-2 0 6 16,0 0-1-16,0 0-5 15,0 0 6-15,0 0 4 16,-2 4-4-16,-10 14 0 16,-1 6-3-16,1 4 12 15,4 0-7-15,1-1-8 16,3 2 0-16,4-3 11 16,0-2-11-16,0-2 0 15,0-4 0-15,4-5-3 16,7-10 17-16,5-3-14 15,3 0 23-15,2-17-2 16,-5-14 6-16,-5-3-19 0,-7-2 3 16,-4-4 21-1,0 5-15-15,-2 3 17 0,-11 11-14 16,-3 5-20-16,-2 7 7 16,-2 7-7-16,-2 2-16 15,-1 0 15-15,4 5-109 16,5 12-39-16,7-3-125 15,7-7-237-15</inkml:trace>
  <inkml:trace contextRef="#ctx0" brushRef="#br1" timeOffset="41964.56">19719 1708 289 0,'0'0'330'0,"0"0"-194"16,0 0-89-16,0 0 22 15,0 0-6-15,0 0-31 16,0-14-3-16,0 14-29 16,0 0 5-16,0 0-17 15,0 8 9-15,0 16 3 16,0 13 4-16,0 9 2 15,0 5 6-15,0 2-2 16,0-5-9-16,0-7 19 16,0-4-17-16,0-9-3 0,0-8 0 15,0-6 10-15,0-9-9 16,0-5 2-16,0 0 0 16,0 0 47-16,0 0-3 15,6-9 7-15,5-11-54 16,5-2 2-16,4 1-3 15,0 1 1-15,5 3 0 16,0 5-11-16,-2 3 11 16,-2 4-8-16,-1 5 5 15,0 0-33-15,-4 0 15 16,-6 12 8-16,-5 7-4 16,-5-2 14-16,0 3-22 0,0 1 3 15,-11-6 19-15,-12 2 3 16,2-3 26-16,-4-7-6 15,0 1-6-15,1-2 10 16,1-3-13-16,2-3-6 16,0 0 8-16,3 0-2 15,1 0-22-15,1 0-34 16,-4 0-75-16,4-4-106 16,5-3-409-16</inkml:trace>
  <inkml:trace contextRef="#ctx0" brushRef="#br1" timeOffset="42905.77">20695 1838 62 0,'0'0'227'0,"0"0"-64"15,0 0-61-15,0 0 46 16,0 0-76-16,0 0-41 15,0 0-13-15,-9 0-8 16,-4 14 1-16,-2 6-5 16,1 4-4-16,5 5 27 15,-1-1-23-15,8-2 3 16,0 0 23-16,2-6-28 16,0-6 6-16,0-4-10 15,14-6 0-15,-3-4 42 16,3 0-13-16,1 0 4 15,-1-14 14-15,-1-11-41 16,0-1-1-16,-6-9-1 0,0 5-2 16,-7 0 24-16,0 1-25 15,0 10 20-15,-5 2-17 16,-9 8 3-16,-3 6-10 16,-3 3 3-16,-5 0-52 15,0 8 15-15,6 10-59 16,5-1-32-16,10-2-36 15,4-3-72-15,0-5-20 16,11-4 59-16</inkml:trace>
  <inkml:trace contextRef="#ctx0" brushRef="#br1" timeOffset="43346.51">21150 1705 124 0,'0'0'119'0,"0"0"-62"16,0 0-15-16,0 0 17 16,0 0-37-16,0 0 4 15,9-111 31-15,-14 98-36 16,-3 6 18-16,-4-1 8 16,-1-1-22-16,-1 4 31 15,-1-1-21-15,-1 2-25 16,1 1 16-16,1 3-23 15,3 0 0-15,0 0-2 16,0 0 6-16,2 11 8 16,0 5-15-16,0 6 5 0,2 6 21 15,-1 12-24-15,3 12 26 16,1 8-1-16,4 14-14 16,0 5 27-16,0-3-22 15,0 2-6-15,0-3 6 16,0-3-5-16,0-6-12 15,0-6-1-15,-8-8 3 16,4-12 11-16,-2-10-14 16,1-10 0-16,3-12 2 15,0-4-2-15,2-4-8 16,0 0-31-16,0-4-18 16,0-18-100-16,0-8-261 0</inkml:trace>
  <inkml:trace contextRef="#ctx0" brushRef="#br1" timeOffset="43575.39">20833 2013 480 0,'0'0'266'0,"0"0"-142"15,0 0-36-15,0 0-49 16,0 0 4-16,0 0 2 15,27-18-31-15,-5 14 15 16,5-4-26-16,2-2-1 0,2 2 3 16,3-2-5-16,1 2-46 15,1 0-129-15,5-4-191 16</inkml:trace>
  <inkml:trace contextRef="#ctx0" brushRef="#br1" timeOffset="46546.68">21497 1851 11 0,'0'0'189'0,"0"0"-131"0,0 0 21 15,0 0-3-15,0 0 30 16,0 0-8-16,52-71-38 16,-48 66 7-16,1 0-4 15,-1 1-36-15,-2 2 22 16,0 2-25-16,1 0-15 16,-3 0 4-16,0 0-12 15,0 0-2-15,0 0 1 16,0 0-10-16,0 14 10 15,0 4 0-15,0 0 5 0,0 1 2 16,0-3 0 0,0-2-7-16,0-5 0 0,0 0 11 15,0-7-12-15,0-2 1 16,0 0 0-16,0 0-1 16,0 0 5-16,0-2-8 15,0-16 2-15,0-5-40 16,0 2 35-16,0-2-22 15,-5 5 16-15,3 4 4 16,0 2 18-16,2 4-8 16,0 4 29-16,0 2-13 15,0 2 22-15,-2-2-35 0,2 2 3 16,-5 0-14 0,-1 0-26-16,-1 8 33 0,-5 11-5 15,4 0 18-15,-1 4-15 16,0-2 2-16,4 2 0 15,1 2 21-15,2 2-19 16,2 2 12-16,0 2-8 16,0-4 3-16,2-1 1 15,11-3-10-15,5-7 2 16,0-6 1-16,6-8 8 16,1-2-6-16,4-2-5 15,4-22-16-15,-2-4-17 16,1-4-26-16,-3 2-16 15,0-2 5-15,-3 4-56 16,4-1 26-16,-4 7 57 0,1 3 43 16,-4 6 36-1,-8 5 16-15,-3 4 14 0,-6 4 4 16,-2 0-24-16,-4 0 5 16,0 0-4-16,0 0-40 15,0 2 24-15,0 11-20 16,0 2-10-16,0 8 24 15,0-6-19-15,0 2-6 16,0-6 0-16,3-4 9 16,-3-5-9-16,0-3 0 15,0 2 3-15,0-3 3 16,0 0-1-16,0 0-5 16,0 0 15-16,0 0-12 0,0 0 12 15,0-15-15-15,0 0 6 16,0-4-10-1,0 2 4-15,-5-2 0 0,-1 1 0 16,-4 4 10-16,4 2-4 16,-3 3 8-16,5 2-14 15,-4 3 16-15,2 4-16 16,-1 0-8-16,-1 0-1 16,-6 0 8-16,3 11 1 15,-1 3 0-15,2 2 0 16,-1 3-5-16,1 4 8 15,1 1-3-15,3 1 0 16,0 4 4-16,3-3-4 16,1-1 0-16,2 1 1 0,0-3 1 15,0-5-2-15,0-6 0 16,2-7-2-16,3-5-27 16,3 0 29-16,6 0 16 15,4-17-13-15,0-7-1 16,-1-4 0-16,-1 0-2 15,-5 0 0-15,-3 2-4 16,-2 1 4-16,0 1 0 16,-1 4 1-16,-1 8 2 15,-2 5 3-15,0 7 3 16,-2 0-9-16,0 0-7 0,0 0 4 16,0 7-11-16,0 14 14 15,0 2 16-15,0 1-15 16,0 1 4-16,0-4 3 15,5 4 0-15,2-4-3 16,-1 0-5-16,3-7 6 16,0-6 9-16,2-2-10 15,0-6-1-15,1 0 13 16,3 0-12-16,1-12 3 16,-3-8-8-16,3-4 7 15,-3-1-19-15,-2-1 11 16,1-1 1-16,1 1-7 15,-5 0 11-15,2 8-4 16,1 6 9-16,-5 5-5 0,-2 6 36 16,2 1-37-16,-4 0-3 15,0 0 0-15,2 0-13 16,1 11 10-16,-3 10 1 16,2 1 2-16,0 0 12 15,4-1-9-15,-4-1-3 16,-2-3 0-16,3-1 5 15,-3-3-8-15,0 2 3 16,0-4 0-16,0-6 9 16,1-1-7-16,-1-4-2 15,3 0 0-15,6 0 0 16,2-16-10-16,7-10 10 0,3-2 0 16,-4-4-7-16,-1 0 7 15,1 0 0-15,-7 3-5 16,5 7 14-16,-7 6-9 15,1 8 3-15,-3 2 1 16,-2 5 20-16,-2 1-24 16,3 0 0-16,-1 0-3 15,2 0 5-15,-6 14-2 16,2 5 0-16,1 6 1 16,1 3 1-16,0 0-2 15,4-2 2-15,-1 1 3 16,-1-8 4-16,2-3-9 15,-4-5 0-15,-1-4 6 0,1-7 1 16,3 0 0 0,5-7-7-16,6-18 2 0,0-8-2 15,-2-1-5-15,-1-1-2 16,-1 0 7-16,-3 3-6 16,1 6 6-16,-1 8 0 15,-1 4-8-15,-4 9 17 16,1 0-9-16,0 5 0 15,-2 0 3-15,2 0-3 16,-5 0 0-16,2 8-2 16,-3 4-8-16,2 5-1 15,-5-4 10-15,0 0-7 16,0-3 8-16,0-5-14 16,0-3 12-16,0-2-30 0,0 0 31 15,0 0-25-15,0 0 23 16,0-17-4-16,0-5-29 15,0 0-1-15,0 1 7 16,0 3 30-16,-2 4-10 16,-1 2 15-16,3 0-5 15,-3 0 0-15,3 4 3 16,-2 4 13-16,0-1-15 16,-2 5 1-16,-3 0 1 15,-1 0-3-15,-4 0-2 16,1 0-1-16,-1 0 6 15,-1 12 13-15,5 3-15 16,-6 7 12-16,3 7 28 16,3 6-38-16,0 7 17 0,2 0-7 15,6-2-4-15,0-6-8 16,0-5-1-16,0-9 0 16,11-2 5-16,4-7 4 15,6 1-4-15,6-9-5 16,-1-3 7-16,3 0-11 15,5 0 4-15,-6-12 0 16,-1-6-14-16,0-6 12 16,-7 1 2-16,1-2 0 15,-6-1 3-15,-1 1 9 16,-4 6-12-16,-1 1 0 16,0 1-8-16,0 3 11 0,0 0-6 15,-5 2-10 1,0 1-11-16,-1 2 14 0,-3-1-3 15,0 1 13-15,0 2-15 16,0 1 27-16,0 2-12 16,-3 1 0-16,-1 3 2 15,-2-3-8-15,1 3 6 16,3 0 0-16,-2 0-6 16,2 0 0-16,-1 0 4 15,0 0-3-15,-3 14 4 16,2 14-3-16,-1 6 4 15,3 4 0-15,2 3 20 0,0-4-14 16,0-2 0-16,0-9-6 16,9-5 7-1,5-6 4-15,1-7-8 0,3-4-1 16,4-4 30-16,5-2-18 16,6-20 5-16,3-10-19 15,0-4 5-15,-5-6 7 16,-4-2-12-16,-3-1 0 15,-4 5-4-15,-4 5 4 16,-5 2-2-16,0 5-1 16,-4 2 6-16,0-3-4 15,-5 6 1-15,-2 3 0 0,0 3-10 16,0 5 14-16,0 9-4 16,0 1 0-16,0 2 5 15,0 0-11-15,0 0 4 16,0 0-11-16,0 0 8 15,0 0-8-15,0 0 13 16,0 16 0-16,-2 10 3 16,-1 12-2-16,1 12-1 15,2 8 0-15,0 2 11 16,0 1-2-16,0-10-9 16,2-10 4-16,5-11 1 15,-1-11 0-15,1-8-5 16,2-11 0-16,9 0 6 15,9-12 13-15,6-22-19 16,5-10-69-16,0-6-37 0,-4-7-41 16,1 1-279-1</inkml:trace>
  <inkml:trace contextRef="#ctx0" brushRef="#br1" timeOffset="47577.8">23731 1180 238 0,'0'0'251'0,"0"0"-142"15,0 0-27-15,0 0-39 16,0 0-21-16,0 0 11 15,49-49-29-15,-31 49 5 16,-3 0-9-16,-1 0 3 16,-1 0-9-16,-6 17 6 15,-4 8 0-15,-3 7-2 16,0 4 4-16,0 4 25 16,0 2-3-16,0 0-13 0,0-2 15 15,-3-1-22-15,3-7 3 16,0-9 7-16,0-2-8 15,0-7 7-15,0-5-7 16,5-4-5-16,-1-1 12 16,0-1-8-16,-1-3-1 15,3 0 21-15,4 0-16 16,-4-3 17-16,5-7-7 16,-5-2-16-16,2 2 41 15,-4 4-39-15,-2 0 8 16,-2 2-7-16,2 2 7 15,-2-1-11-15,0 1-2 16,0 2 3-16,0 0-10 0,0 0 7 16,0 0-20-16,0 0 5 15,0 0-29-15,0 2 32 16,-4 13 9-16,-6 3 3 16,2 5 15-16,-1 6-13 15,5 7-2-15,-3 10 3 16,2 12 6-16,3 5 0 15,2 9-5-15,0-1 1 16,0 1 15-16,0-3-17 16,0-7-3-16,7-4 16 15,-2-7-12-15,-1-11 19 16,-4-6-18-16,0-12 4 0,0-6-18 16,-12-7 13-1,-7 0-4-15,-8-5 24 0,-4-4-16 16,0 0 16-16,2 0-13 15,4 0-8-15,10-6 19 16,3-4-21-16,6 1-1 16,6-6 0-16,0-2-51 15,0 3-48-15,0-2-65 16,4 3-255-16</inkml:trace>
  <inkml:trace contextRef="#ctx0" brushRef="#br1" timeOffset="49178.13">14549 1572 10 0,'0'0'76'0,"0"0"2"16,0 0 3-16,0 0 1 15,0 0 31-15,0 0 12 16,0 0 26-16,0 9-6 15,6-9-75-15,4 0 0 16,-1-9-20-16,-1-1-16 16,4 0 15-16,-3 1-30 15,-1 1-4-15,0 5 10 0,-4 1-17 16,-4 2-8-16,0 0 0 16,0 0-19-16,0 0 18 15,0 0-31-15,-10 12 23 16,-9 12 4-16,-6 8 10 15,1 2 3-15,-1 5-2 16,3-2-2-16,2 1 11 16,4-4-15-16,5-1 0 15,5-8 2-15,6-4 5 16,0-8-10-16,0-2 3 16,2-5-19-16,15-2 19 15,1-2 7-15,5 1-3 16,-4-3 8-16,-3 3-6 15,-5-3-6-15,-3 0 0 16,-4 2 4-16,-4 0-16 16,0 6 12-16,0 2-15 0,0 4 1 15,0 8 5-15,-4 0 9 16,-13 4-3-16,-5-2-25 16,0 0 27-16,-5-4-22 15,3-3 22-15,5-5-17 16,7-5 27-16,3 0-9 15,7-7 3-15,2 0 2 16,0 0 22-16,0 0-5 16,4-9-15-16,11-8 2 15,6 5-2-15,-2-3-1 16,-1 5-6-16,0 1 7 16,-2 4-20-16,2 3 13 15,-3 2 0-15,3 0-11 0,-5 0 3 16,1 7 6-1,-8 10-6-15,-3 3-20 0,-3 6 25 16,0 4-3-16,0 8 6 16,-11 9 0-16,-7 9 2 15,-3 4-2-15,0 6 0 16,2-2 6-16,6 3-5 16,6-7-1-16,7-6 0 15,0-8 34-15,0-10-29 16,12-6 9-16,3-9 7 0,1-6-20 15,-3-7 15-15,3-8-16 16,-3 0-19 0,3-2-22-16,-3-26-120 0,-3-11-447 15</inkml:trace>
  <inkml:trace contextRef="#ctx0" brushRef="#br1" timeOffset="50617.33">15441 2879 1 0,'-2'0'72'0,"0"2"17"16,-3-2 25 0,-2 0-27-16,-4 0-31 0,2 0 10 15,-2 2-19-15,-2-2-10 16,1 0 21-16,-1 0-37 16,-1 0 10-16,4 0 7 15,1 0-16-15,2 2 27 16,2-2-7-16,5 0 2 15,0 0 21-15,0 0-33 16,0 0 25-16,5 0-54 16,19 0 19-16,10 0 5 15,11 0-17-15,6-2-3 16,9-4-5-16,9 0 9 0,9-2-11 16,2 2 0-1,1-4 1-15,-10 2-14 0,-7 0 10 16,-12 0 3-16,-12 0-11 15,-11 2 17-15,-9 0-6 16,-9-1 0-16,-5 4 7 16,-2 1-8-16,-4 0 1 15,0 2-14-15,0 0 14 16,0 0-46-16,0 0-54 16,-16 7-4-16,-7 10 17 15,-6 1-62-15,-7 2-90 16,-5-3-34-16</inkml:trace>
  <inkml:trace contextRef="#ctx0" brushRef="#br1" timeOffset="51052.34">15472 2984 43 0,'0'0'89'16,"0"0"-51"0,0 0 20-16,0 0-6 0,0 0 81 15,0 0-33-15,-136 30-4 16,134-30-3-16,-3 0-55 15,1 2 4-15,0 0-12 16,2-2-15-16,2 0 38 16,0 2-30-16,0-2 3 15,0 0 40-15,0 0-38 0,8 0-4 16,23 0-7 0,9-2 7-16,14-9 1 0,6 1-25 15,5 1 0-15,4-4 3 16,0 1 7-16,0 0-10 15,-6 5 0-15,-12-2 4 16,-7 5-7-16,-13 3 3 16,-8-2 0-16,-12 3 4 15,-4 0 10-15,-2 0-8 16,-5 0 17-16,0 0-15 16,0-1 46-16,0 1-47 15,0-3-1-15,0 3-5 0,0 0 5 16,0 0-6-1,0 0 0-15,0 0-1 0,0 0-31 16,0 0-75-16,0 0-51 16,0 0-118-16,0 0-181 15</inkml:trace>
  <inkml:trace contextRef="#ctx0" brushRef="#br1" timeOffset="60290.73">18963 2496 17 0,'0'0'47'0,"0"0"9"0,0 0-3 16,0 0-15-16,0 0 11 16,-4 0-27-16,-1 0 2 15,-2 0-20-15,-1-2 3 16,-1 1-7-16,1-2 17 16,2 1 6-16,0 0 23 15,1 0-12-15,1 0-3 16,2 2 3-16,2 0-22 15,0 0 21-15,0 0-7 16,0 0 6-16,0 0 13 16,0 0-35-16,0 0 2 15,0 0 14-15,0 0-24 16,0 0 24-16,0 0-1 0,0 0-21 16,0 0 20-16,0 0-23 15,0 0 4-15,0 0 17 16,0 0-20-16,0 0 15 15,0 0-6-15,2 0-7 16,9 0 34-16,5 0-38 16,1 0 2-16,6-1 13 15,-4-4-5-15,8-1-7 16,0 3-3-16,0 0 8 16,-1 1-3-16,-3 2-5 15,-4 0 0-15,2 0-4 16,-5 0 10-16,1 0-6 0,1 0 0 15,0 0 1-15,4 0 1 16,1 0-2-16,-1 0 0 16,2 0 0-16,-1 0 11 15,-3 0-11-15,-3 0 0 16,1 0 4-16,-2 0 12 16,0 0-16-16,-1 0 0 15,1 0 4-15,-3 0 5 16,1 0-9-16,1 0 0 15,3 0 7-15,-3 0 13 16,6 0-18-16,-1-2-1 16,2 0 11-16,-2 2-2 15,2-2-10-15,1 1 0 16,1 1 4-16,-2-3 3 16,1 1-7-16,-1 2 0 0,0-2 3 15,0 0 8-15,5 0-11 16,2 0 4-16,3 0-1 15,-1-3 16-15,0 2-19 16,0 1 0-16,-2-2 4 16,-4 2 1-16,0-1-5 15,-2 0 0-15,-2 1 3 16,1 0 0-16,1 0-3 16,-2-1 0-16,6 3 1 15,0-3 8-15,0 1-9 16,2 0 0-16,0-2 2 15,0 2 2-15,-2 0-4 16,2 0 0-16,-4-1-3 16,0 0 12-16,0 1-9 0,0-2 0 15,2 1 2-15,0 0 9 16,2-3-11-16,-2 1 0 16,2 2 8-16,2-3 4 15,-2 3-12-15,-1-2 0 16,1-1 5-16,-2 4-3 15,-3-2-2-15,3 1 0 16,0 2-2-16,-2-1 8 16,2 0-6-16,-1-2 0 15,5 1 2-15,1 0 3 16,-1-1-5-16,2-1 0 0,1 3-1 16,-1-3 10-1,3 1-9-15,-3 0 0 0,-2 0 4 16,2 1-2-16,-1 0-2 15,1-1 0-15,3 2-3 16,0-1 9-16,-1 1-6 16,1 2 0-16,-3-1 5 15,-2 1-4-15,3-2-1 16,-1 2 0-16,4-2-5 16,-4 0 10-16,2-1-5 15,1 1 0-15,-1 0 6 16,3-1-4-16,-1 1-2 15,-4-3 0-15,-2 4-2 16,0-3 6-16,-2 1-4 0,0 2 0 16,3 1 3-16,-1-3-2 15,2 2-1-15,3-2 0 16,-1 2-1-16,1-2 4 16,2 2-3-16,-2 1 0 15,-1-2 5-15,-2 0-7 16,3 0 2-16,-5-1 0 15,0 1-6-15,-2 0 12 16,3 1-6-16,-1-1 0 16,-2 2 1-16,2 0-3 15,-2-2 2-15,0 2 0 16,0 0-5-16,0 0 12 16,-2 0-8-16,2 0 1 0,-2 0 0 15,0-2 0-15,2 2 0 16,-6 0 0-16,4 0-5 15,0 0 12-15,0 0-7 16,-2 0 0-16,-5-3 1 16,-3 3 0-16,-3 0-1 15,-3 0 0-15,0 0-7 16,-2 0 13-16,0 0-6 16,0 0 0-16,5 0 3 15,1 0-3-15,5 0 0 16,1 0 0-16,0 0-4 15,2 0 8-15,-1 0-4 16,-2 0 0-16,0 0 3 16,0 0-5-16,-2 0 2 0,-2 0 0 15,1 0-3-15,-1 0 7 16,-3 0-4-16,-1 0 0 16,-6 0 3-16,-1-2-6 15,-3 2 3-15,-2 0 0 16,0 0-3-16,2 0 11 15,0 0-8-15,6 0 0 16,-2-2 8-16,5 2-6 16,0-1-2-16,0 1 0 15,0-2-1-15,1 2 4 16,-1 0-3-16,-3-2 0 16,2 2 6-16,-1-3-10 0,-3 1 4 15,0 2 0 1,4 0-2-16,-1-1 6 0,1 1-4 15,2-3 0-15,1 2 8 16,-2-2-10-16,1 2 2 16,-4-2 0-16,1-1 1 15,1 2 3-15,-4-2-4 16,1 1 0-16,-1-2 10 16,-2 1 3-16,2 1-11 15,0 1 3-15,-2-3 3 16,-1-1-4-16,3 0-4 0,-4 0 0 15,0 0 1 1,4 0-5-16,-2-3 4 0,-2-2 0 16,2-1 2-16,1 0-1 15,-3 1-1-15,-2-3 0 16,0-1 10-16,2 1-12 16,-2-1 2-16,2 1 0 15,-2-3 8-15,0 1 2 16,0-2-10-16,0-1 0 15,0-1 8-15,0 3-12 16,0-5 4-16,0-2 0 16,0-2-15-16,0 1 15 15,0-1 0-15,-6-1 8 16,-1 1 3-16,3-3-7 16,-2 5-4-16,2 4 0 0,0-2 1 15,2-2 3-15,-2-2-4 16,-1 0 0-16,1 3 6 15,0 4-8-15,-2 1 2 16,2 4 0-16,0-2-3 16,2-1 7-16,-3 2-4 15,1-4 0-15,2 3 6 16,-3-3-9-16,2 0 3 16,-1 1 0-16,2 2 1 15,-2 0 1-15,-1 4-2 16,3-1 0-16,0 1 6 15,0 5-13-15,0-3 7 16,-1 1 0-16,-2 2-3 16,1-1 7-16,-1 0-4 0,1 2 0 15,2 0 0-15,-2 2-3 16,2-3 3-16,-1 7 0 16,1-5-11-16,0 1 11 15,-3 1 0-15,-2-1-2 16,3 0-13-16,-7 3 9 15,-3-3 4-15,-1 0 2 16,-5-1-2-16,5 2 7 16,-4-1-5-16,3 0 0 15,1-2 7-15,5 1-7 0,-2 3 0 16,1 1 2-16,-3-1-3 16,3 0 1-1,-2 2 0-15,-1 0-1 16,-1 0 0-16,-5 0 1 0,2 0 0 15,-2 0 0-15,-4 0-4 16,-3 0 6-16,0 7-2 16,-2 0 0-16,0-3 4 15,2 2-5-15,0-1 1 16,1 2 0-16,1-1-1 16,-1-2 2-16,-6 4-1 15,1-2 0-15,-4 2 1 16,-6 1-1-16,-1-2 0 0,0 1 1 15,1-2-4 1,-1 0 3-16,1-1 0 0,4-5-1 16,-5 5 3-16,2-3-2 15,-3 0 0-15,-1 1 1 16,-3-2-1-16,0 3 0 16,-2-2 0-16,0 2-1 15,0-1 1-15,0 0-2 16,2 1 2-16,2 0 0 15,5 0-8-15,3 2 9 16,-2-2-1-16,2 0 0 16,-1 0 0-16,-3 0 0 15,1 0 0-15,-2 1 0 16,-3-4-5-16,1 5 5 0,-1-1 0 16,1-2 0-16,-1-1-1 15,-2 0 1-15,0 0 0 16,1 0 1-16,-1 0-2 15,5 0 2-15,2 0-1 16,-1 2 0-16,3-2 1 16,3 2-1-16,2-2 0 15,-4-2 2-15,0 5-4 16,-1-4 2-16,-2 3 0 16,1 1-1-16,2 0-1 15,-3-1 2-15,0 1 0 16,2-2 2-16,2 2-4 15,1-1 2-15,-3-1 0 0,-3 2 0 16,-1 0 2-16,-2 0-2 16,-1 0 0-16,1 1 1 15,-6 1-5-15,1 0 4 16,3 0 0-16,-4-2-2 16,4 1 5-16,-1-1-3 15,-3-2 0-15,4 4 1 16,1-3-3-16,3 1 2 15,4 2 0-15,5-5-2 16,0 1 4-16,-1 1-2 16,5-1 0-16,-2 1 2 15,4 0-3-15,0-2 1 0,0 0 0 16,1 1-3-16,3 0 5 16,-2 1-2-16,6-2 0 15,-4 1 4 1,3 0-4-16,-2-1 0 0,-2 0 0 15,1 1-4-15,1-1 8 16,0 3-4-16,-5-3 0 16,-2 0 2-16,-2 1-4 15,-2 1 2-15,1 0 0 16,1-1-4-16,2-1 8 16,-2 0-4-16,4-2 0 15,0 2 2-15,3 1-2 16,-1-3 0-16,3 2 0 0,0 3-6 15,-3-1 11-15,0-1-5 16,1 2 0-16,-2-1 0 16,-3-1 1-16,0 2-1 15,-2-1 0-15,-1 0-8 16,-2-2 15-16,1 0-7 16,4 1 0-16,3 0 3 15,3-1-6-15,3 0 3 16,-1-2 0-16,8 2-7 15,1-2 13-15,0 0-6 16,3 0 0-16,3 0 3 16,-4 0-5-16,-1 0 2 15,3 0 0-15,-6 3-9 16,1-3 11-16,1 0-3 0,1 3 1 16,3-1 0-16,1-2 0 15,5 2 0-15,-1 0 0 16,1 0-10-16,0 1 5 15,-1 0 3-15,1 3-2 16,-2 2 4-16,2 0-9 16,0-1 9-16,-3 5 0 15,3-5-6-15,0 5 10 16,-3 4-8-16,5 7 4 16,-5 4 0-16,3 8 2 15,2 0-2-15,-4-1 0 16,2-3-3-16,0-4 11 15,-1-3-8-15,-1-1 0 16,2 0 3-16,-3-6-3 16,2-1 0-16,1 0 0 0,0-4-7 15,2 2 13-15,0 0-6 16,-2 1 0-16,2 2 3 16,-2 4-6-16,0 2 3 15,2 4 0-15,-2 1-5 16,-1-2 10-16,1-1-5 15,-2-2 0-15,2-5 1 16,0-2-1-16,-2-4 0 16,2 0 0-16,0-1-5 15,0-2 11-15,0 1-6 0,2 0 0 16,0-1 3 0,0 4-13-16,0-1 10 0,0-2 0 15,0 1-3-15,0-2 9 16,0-1-6-16,0 2 0 15,0-2 1-15,0-2 1 16,0 2-2-16,0-4 0 16,0-2-4-16,0 1 4 15,0-3-2-15,0 1-1 16,0-1 3-16,0 0 0 16,0 0 0-16,0 0 0 15,0 0-9-15,0 0 12 16,0 0-3-16,0 0 0 0,0 0 3 15,0 0-2-15,0 0-1 16,4 0 0-16,8 0 5 16,-1 2-3-16,7-2-2 15,-1 0 0-15,4 0 8 16,1 0 1-16,0 0-9 16,0 0 0-16,3 0 1 15,0-3 4-15,2-4-5 16,-4 2 0-16,2-2 4 15,-2 5-5-15,-1-3 1 16,2 5 0-16,-4-5-4 16,-4 1 9-16,-1 2-5 15,-1-2 0-15,-1 2 2 16,3 0-4-16,-5 0 2 16,0-2 0-16,1 0-2 0,1 1 8 15,1-2-6-15,-2 1 0 16,1-1 3-16,1 2-6 15,-1 1 3-15,1 0 0 16,-1 0-8-16,-1 2 12 16,-3 0-4-16,-3 0 0 15,-4 0 3-15,-2 0-9 16,0 0 6-16,0 0 0 16,0 0-9-16,0 0 11 15,0 0-2-15,0 0 0 16,0 0-8-16,0 0 1 15,0 0-27-15,0 0-56 0,0 0-24 16,-4 0-182-16,-17-3-223 16</inkml:trace>
  <inkml:trace contextRef="#ctx0" brushRef="#br1" timeOffset="62198.27">26377 608 493 0,'2'-23'131'16,"-2"10"-57"-16,2 4-5 15,-2 6 25-15,0 0-35 16,0 3-1-16,0 0-27 16,0 0-20-16,0 0 21 15,0 0-24-15,0 0 6 16,0 0-14-16,0 0-7 15,-6 33-5-15,-29 26 12 16,-21 39 15-16,-15 39 49 16,-19 27-44-16,-11 27 2 15,-9 21 7-15,-9 11-24 16,-1-1 6-16,4-3-1 0,4-18-5 16,8-21 15-16,8-21-20 15,13-30 0-15,23-24 14 16,11-20-6-16,13-21-8 15,5-15 0-15,11-18 7 16,7-13-4-16,6-10-3 16,7-6-5-16,0-2 2 15,0-4-52-15,2-30-33 16,21-19-229-16</inkml:trace>
  <inkml:trace contextRef="#ctx0" brushRef="#br1" timeOffset="63459.14">26622 1405 3 0,'0'0'84'16,"0"0"-5"-16,0 0 56 15,0 0-9-15,0 0-7 0,0 0 20 16,0-54-65-16,0 50 3 16,0 2 3-16,0 2-38 15,0-1 21-15,0 1-14 16,0 0-10-16,0 0 21 15,0 0-49-15,0 0 0 16,0 0-11-16,0 0-23 16,0 24 15-16,0 17-5 15,5 22 13-15,3 13 7 16,4 15 2-16,-1 13-6 16,1 5 11-16,-4-5-10 15,-1-11 6-15,-3-11-10 16,-2-12 1-16,-2-14 2 0,0-8 3 15,0-17-6-15,0-9 0 16,0-12-6-16,0-4-5 16,0-6-54-16,0 0-29 15,0-6 37-15,0-24-96 16,4-12-231-16,2-10-50 16</inkml:trace>
  <inkml:trace contextRef="#ctx0" brushRef="#br1" timeOffset="63735.47">26674 1813 175 0,'0'0'214'16,"0"0"-65"-16,0 0-39 15,0 0 38-15,0 0-63 16,0 0-1-16,-33-219-31 0,39 201-39 16,13 2 1-16,6 4-9 15,6 2-2-15,5 4 6 16,2 6-10-16,0 0 0 15,-2 2 0-15,-7 16-13 16,-5 8 12-16,-5 2-8 16,-9 2 9-16,-5-4-4 15,-5 0 4-15,0-2 0 16,-21 0 10-16,-10-2-9 16,-7-3-2-16,1-7-47 15,1-9-106-15,9-3-159 16</inkml:trace>
  <inkml:trace contextRef="#ctx0" brushRef="#br1" timeOffset="64564.24">27075 1826 460 0,'0'0'229'15,"0"0"-215"-15,0 0 34 16,0 0 8-16,0 0-31 16,0 0 20-16,40-204-35 15,-36 166 25-15,1 4 27 0,-5 2-20 16,0 3 26-16,0 5-27 16,0 8-16-16,0 5 20 15,0 7-42-15,0 1 5 16,0 3-8-16,0 0-8 15,0 0 8-15,0 0-6 16,0 0-28-16,0 0 18 16,0 0-14-16,3 3 17 15,3 2 12-15,3 2-25 16,1-2 23-16,2 0 3 16,3-3-2-16,-3 2-11 15,-1-3 12-15,0 3 1 16,-2 1-3-16,0-1 1 0,-3 1-2 15,2 3 3-15,-2 5-1 16,1 3-11-16,1 4 13 16,-1-3 0-16,-2 2 0 15,2-5 8-15,-3-1-8 16,0-6 0-16,-2-2 4 16,-2 0-2-16,2-3 0 15,-2-2-2-15,0 0 14 16,3 0-10-16,1 0 6 15,3 0 0-15,2-7-8 16,2-2 7-16,3-1-8 16,-1 0-1-16,-2 0 0 15,-2 5 10-15,-2-2-10 16,-3 5 10-16,-2 2-8 0,0 0 8 16,0 0-10-16,4 0-6 15,2 9 1-15,7 10 4 16,1 1 1-16,0 2 2 15,2-4 2-15,2-4 16 16,-3-3-19-16,0-6-1 16,-9-1 16-16,1-4-8 15,-2 0 0-15,0 0 5 16,-1-11-11-16,-2-10 23 16,-1 1-20-16,-3-2-5 15,0-2 4-15,0 4 3 16,-3 2-9-16,-9 6 2 15,-5 1-17-15,0 8 15 16,-5 3-17-16,-5 0-20 0,2 10-27 16,4 10-68-16,9 2-38 15,12-4-162-15</inkml:trace>
  <inkml:trace contextRef="#ctx0" brushRef="#br1" timeOffset="65110.96">27783 1335 479 0,'0'0'337'16,"0"0"-291"-16,0 0 4 16,0 0 41-16,0 0-30 15,0 0-15-15,0 0-42 16,5-42 4-16,-5 42-9 15,0 0 1-15,0 0-13 16,0 6 5-16,2 18-9 16,1 12 17-16,4 7 0 15,-3 3 10-15,0 2 9 16,0-5-19-16,1-1 0 16,-3-5 10-16,-2-9-1 15,0-8-6-15,0-10-2 16,0-6 6-16,0-2 15 0,0-2-22 15,0 0 8-15,0 0 35 16,0 0-18-16,5-16 2 16,4-2-27-16,2-3 7 15,7-2-3-15,-1 5-4 16,1 4 0-16,3 4-18 16,-2 3 12-16,4 7 3 15,-3 0-1-15,0 0-14 16,-2 0 12-16,-5 14-15 15,-6 1-9-15,-7 2 21 16,0 6-27-16,-5-1 22 16,-19-2 10-16,-7 2 4 0,-2-5 12 15,-6-2-9 1,6-2-3-16,4-6 0 0,7-3-13 16,8-2-70-16,8-2-46 15,6-8-148-15</inkml:trace>
  <inkml:trace contextRef="#ctx0" brushRef="#br1" timeOffset="65467.78">28301 1485 472 0,'0'0'338'15,"0"0"-298"-15,0 0-32 0,0 0-12 16,0 0 4-16,0 0 0 16,-49 63-8-16,47-42 8 15,2-6 0-15,0-1-14 16,0-4 8-16,9-5 5 16,6-5 2-16,5 0 25 15,5-3 25-15,-8-15-36 16,-1-5-1-16,-9 2 48 15,-5-4-8-15,-2 6 23 16,0 3-16-16,0 2-35 0,-9 3 6 16,-4 6-32-1,-1 0-15-15,-3 5 14 0,-1 0-180 16,9 0-144-16,9 7-393 16</inkml:trace>
  <inkml:trace contextRef="#ctx0" brushRef="#br1" timeOffset="65636.69">28874 1480 842 0,'0'0'0'15,"0"0"-255"-15,0 0-173 16</inkml:trace>
  <inkml:trace contextRef="#ctx0" brushRef="#br1" timeOffset="67065.78">28439 1472 7 0,'0'0'152'0,"0"0"-93"0,0 0 17 16,0 0 21-16,0 0-19 16,0 0-2-16,-18-21-49 15,16 21 17-15,-2 0 6 16,-5 0-40-16,-5 0 8 15,-5 11-2-15,0 7-3 16,-1 8 26-16,5 6-24 16,1 4 13-16,3 3-3 15,9 4-16-15,2-5 13 16,0-1-15-16,2-12-3 16,16-6 17-16,-3-12-19 15,4-7 13-15,0 0 27 16,1-7-37-16,1-22 11 0,-4-7-16 15,-1-6 4-15,-3-2-13 16,-1 0 19-16,-8 3-10 16,1 6 24-16,-3 8-3 15,-2 12 35-15,0 9-10 16,0 3-42-16,0 3-4 16,0 0-16-16,0 0-15 15,0 9 28-15,0 3-13 16,0-5 11-16,0 4-20 15,4-7 12-15,10-1 5 16,1 0 10-16,8-3-2 16,3 0 7-16,6-5-1 15,1-12-9-15,0-7 3 16,3-6-22-16,-3-5 16 0,-2 0 2 16,-4 2 4-16,-9 9 25 15,-5 6 2-15,-6 10 32 16,-5 4-13-16,1 2-27 15,-3 2 2-15,0 0-21 16,0 0-13-16,0 0 6 16,0 0-29-16,0 8 29 15,0 15 5-15,0 9 4 16,0 6 4-16,-7 8-6 16,0 3 0-16,1 9 0 15,-1 9 8-15,0 9-5 16,-2 8 0-16,1 6 0 15,-1 2 25-15,-1-11-26 0,4-7 15 16,6-11-8 0,0-12 2-16,0-12-9 0,0-11 4 15,2-12-2-15,10-9 17 16,3-7-19-16,5 0 13 16,7 0 31-16,-1-13-40 15,1-14 14-15,-7-2-19 16,-11-6 9-16,-5 0-12 15,-4-2 2-15,-4-1-7 16,-25 2 2-16,-7-1-13 0,-6 4 15 16,-3 3-2-1,3 4 5-15,3 6-3 0,7 4 6 16,14 3-3-16,7 8 2 16,11-2 11-16,0-3-5 15,0-8-6-15,11-8 13 16,10-4-14-16,2 0 3 15,2 2-4-15,0 3 0 16,2-4-22-16,-1 3-5 16,3 0-54-16,5-2-114 15,1 0-105-15,1 0-429 16</inkml:trace>
  <inkml:trace contextRef="#ctx0" brushRef="#br1" timeOffset="67639.66">29284 1310 520 0,'0'0'280'0,"0"0"-237"16,0 0 22-16,0 0 8 15,0 0-39-15,0 0 4 16,5-5-34-16,-5 5 9 15,0 0 1-15,0 0-13 16,0 0-2-16,0 10-10 16,0 10 11-16,4-1-1 15,2-2 1-15,-1-5 0 16,2-4 5-16,-3-4 3 0,-4-1-8 16,3-3 0-16,-3 0 4 15,0 0 8-15,0 0-11 16,2-9 2-16,0-7-3 15,0-6-1-15,0 2-1 16,0-1-2-16,-2 4 2 16,0 3-9-16,0-1 7 15,0 8 4-15,0 2-13 16,0 5-9-16,-4 0 0 16,-12 0 9-16,-1 3 5 15,-4 15-3-15,4 2 11 0,1 4 0 16,3 3-10-1,1 2 16-15,10 1-6 16,2 2 19-16,0 5-5 0,14-3 31 16,11-1-39-16,3-3 0 15,6-5 3-15,-3-13 12 16,5-10-21-16,1-2 10 16,1-10-8-16,1-24-2 15,-4-9-24-15,-6-4-34 16,0-1-83-16,-3 5-168 15,-3 4-144-15</inkml:trace>
  <inkml:trace contextRef="#ctx0" brushRef="#br1" timeOffset="69747.53">29752 1271 32 0,'0'0'135'0,"0"0"-61"16,0 0 0-16,0 0 35 16,0 0 8-16,0 0-31 15,9 0-25-15,-9 8 8 16,0 2-25-16,0 4-19 15,0-7-13-15,0 4-7 16,0-7 8-16,0 1-13 16,-3-4 0-16,3-1 7 15,0 0 4-15,0 0-11 16,0 0 13-16,-2 0-2 16,0 0 51-16,0-6-42 15,-5-6-19-15,3 2 2 16,0 0-3-16,-1 1 0 0,0-2-2 15,1 2 4 1,-3 2 8-16,1 2-8 0,-4 2-1 16,2 1-1-16,-5 2 12 15,-1 0-12-15,1 0 0 16,-1 0 0-16,1 5-8 16,-1 6 8-16,3 7 0 15,-2 4-10-15,-1 5 16 16,4 1-6-16,3 2 0 15,7-2-2-15,0 0-2 16,0 0 4-16,0-4 0 16,13-4-1-16,1-6 6 15,-1-6-10-15,2-4 0 16,-1-4 5-16,1 0 10 0,1-7-5 16,-1-17-3-16,4-6-4 15,-3-2-12-15,-1 0 4 16,-4 4-4-16,0 0 14 15,-2 2 6-15,0 6-6 16,-2 8 0-16,0 5 49 16,-5 4-47-16,0 3 10 15,0 0-12-15,2 0-18 16,-2 20 12-16,3 4-3 16,-2 2 9-16,-1-1 13 15,-2 1-9-15,2-5 5 16,0 0-7-16,1-5 9 15,1-4-3-15,-2-2-8 0,2-2 0 16,-2-4 12 0,1-2-3-16,1-2-9 0,1 0 12 15,4 0-11-15,2-12 24 16,3-8-25-16,-1-3-2 16,3 0-12-16,-3 0 5 15,0 5 9-15,-4 6 0 16,0 6 9-16,-3 4 5 15,-4 2-14-15,0 0 10 16,4 0-20-16,-2 4 3 16,3 16-1-16,-1 6 8 15,-2 1-3-15,4-1 3 0,-2-1 0 16,3-4 0-16,0-4 6 16,-2-6 0-16,-3-7-6 15,1-2 1-15,-1-2 11 16,5 0-6-16,2-20-6 15,4-10-14-15,2-5 12 16,-2 2-31-16,-1 1 25 16,1 1 7-16,-1 5-1 15,-1 8 2-15,0 6 22 16,-4 4 1-16,0 4 26 16,-1 4-45-16,4 0 6 15,-3 0-3-15,5 2 3 16,-4 12-1-16,-1 6-9 0,0 2 0 15,-2 2 4 1,0 0-3-16,-1-3-1 0,-2-3 1 16,1-6 11-16,-2-7-11 15,-1 0-1-15,0-5 2 16,7 0-1-16,4 0 9 16,7-19-20-16,7-11 10 15,0-6-57-15,2-2 45 16,-8 1-5-16,0 2 17 15,-1 7-7-15,-5 7 19 16,-1 6-6-16,-3 7 25 16,-4 4-18-16,0 2 8 15,-1 2-21-15,3 0 6 16,0 0-15-16,0 12 9 0,-2-2 0 16,-1 0-2-16,-4-1-1 15,1-6-2-15,-3-1 2 16,0-2 3-16,0 0-12 15,0 0 12-15,0 0-17 16,0 0 15-16,0-4-30 16,-3-9-6-16,-3-2-4 15,-3-2 8-15,2 3 32 16,3-3-9-16,1 2 11 16,1 8 8-16,0 1-2 15,0 2 9-15,0 4-15 16,-3 0 2-16,-1 0-5 15,-1 0-16-15,0 0 19 0,-2 2 0 16,1 10-4-16,0 7 4 16,2 4 0-16,4 5 0 15,2 2 13-15,0 4-11 16,0-3 7-16,10-4-7 16,4-3 3-16,-3-8 3 15,3-5-8-15,-1-8 7 16,3-3-11-16,4 0 10 15,2 0 0-15,1-14-5 16,-2-4 4-16,2-2-10 0,-5 0 4 16,-1-3 1-1,-1 0 1-15,-1 2 1 0,-1 4-2 16,-3 5 0-16,-1 2 1 16,-6 2-7-16,-2 4 5 15,-2 0-3-15,0-2-9 16,0 0 11-16,0 1 2 15,-2-4 0-15,-8 5 1 16,2 1-5-16,-1 3 4 16,3 0-10-16,-2 0 0 15,2 0 10-15,4 0 0 16,-3 0-3-16,3 13-9 16,2 7 12-16,0 2 19 15,0 0-13-15,0 0 18 16,11-1-13-16,5-7 2 0,-1-5 8 15,-1-6-19-15,-5-3 11 16,2 0 2-16,2 0-7 16,3-21 20-16,2-5-26 15,2 1-2-15,-3-7 0 16,4 6 6-16,-10-3-10 16,-3 0 4-16,0-1 0 15,-8-3-8-15,0-3 13 16,0-1-5-16,0 7 9 15,0 6 2-15,0 4-14 16,-5 8 3-16,2 4 0 16,3 4-2-16,-2 0 2 0,0 4 0 15,0 0-1 1,2 0 5-16,0 0-8 0,0 0 2 16,0 0-22-16,0 18 17 15,0 15-8-15,-2 11 15 16,2 5-9-16,0 8 19 15,0-3-10-15,0-4 10 16,2-8-8-16,10-10 17 16,-4-10-19-16,1-11 0 15,-3-9-1-15,8-2 10 16,7-7 38-16,-2-20-29 16,4-4-18-16,-6-3-3 15,-3 2-83-15,-10 1-61 16,-4 4-161-16</inkml:trace>
  <inkml:trace contextRef="#ctx0" brushRef="#br1" timeOffset="70665.44">27509 2276 507 0,'0'0'230'0,"0"0"-230"0,0 0-23 16,0 0 23-16,0 0 23 15,0 0 9-15,0 0-29 16,538-61-1-16,-393 27 33 15,11-2 12-15,8-3-14 16,6 0 33-16,-3 3-53 16,-6 2 14-16,-9 6 15 15,-19 6-14-15,-21 7 13 16,-25 6-41-16,-27 3 5 16,-20 3-6-16,-15-1 12 15,-15 4-11-15,-5 0 0 16,-5 0 5-16,0-1 9 15,0 1-9-15,0 0 0 16,0 0 6-16,0 0-1 0,0 0-10 16,0 0 0-16,0 0 3 15,0 0-15 1,0 0-17-16,0 0-11 0,0 0 29 16,0 0-7-16,0 0 12 15,0 0 3-15,0 0 3 16,0 0 11-16,0 0-11 15,-7 0-41-15,1 0-24 16,-8 0-92-16,-6 0-91 16,-2 0-97-16</inkml:trace>
  <inkml:trace contextRef="#ctx0" brushRef="#br1" timeOffset="71399.02">28983 2021 487 0,'0'0'187'0,"0"0"-161"15,0 0 18-15,0 0 14 16,0 0 40-16,0 0-48 0,17-50-49 16,-17 50 21-16,0 0-21 15,0 0 1-15,0 0-4 16,0 17-17-16,0 14 19 16,-2 13 35-16,-6 11-35 15,1 7 19-15,-5 4-19 16,6-2 0-16,-3-2 14 15,1-8-8-15,-2-8-6 16,4-5 1-16,-1-10 13 16,5-6-15-16,-2-9 1 0,4-9 0 15,0-4 8-15,0-3-1 16,0 0-4-16,-6 0 4 16,4 0-7-1,-4 0-7-15,-5 0-22 0,-1 0 29 16,-5 0-14-16,1 0 15 15,1-5-1-15,-1 0 0 16,3-6 11-16,-1 1-10 16,5 1-1-16,1 0 0 15,5 2 16-15,3 0-13 16,0 1 40-16,0 5 9 16,0 1-49-16,0 0 6 15,0 0-9-15,0 0 0 0,7 0-12 16,4 9 13-1,7 8-1-15,0-2 0 0,-1 2 10 16,4-1-9-16,-2-9-1 16,2 0 0-16,-3-6 16 15,-1-1-12-15,-1 0-4 16,1-5 7-16,2-16 3 16,1-1-10-16,-5-5 0 15,3-6-3-15,-2 1 1 16,-3 0-55-16,0 2-17 15,-1 4-24-15,-5 6-130 16,-1 5-273-16</inkml:trace>
  <inkml:trace contextRef="#ctx0" brushRef="#br1" timeOffset="71575.91">29525 2386 1164 0,'0'0'59'0,"0"0"-48"16,0 0 9-16,0 0-20 15,0 0-41-15,0 0-207 16,-54-46-663-16</inkml:trace>
  <inkml:trace contextRef="#ctx0" brushRef="#br1" timeOffset="72526.42">28219 3113 53 0,'0'0'205'0,"0"0"-81"16,0 0-25-16,0 0 12 15,0 0 11-15,0 0-53 16,-2 0 19-16,2 0-25 15,0 0-27-15,0-12 12 16,0-2-41-16,0-6 21 16,4 1-20-16,9 1-5 15,5 2-6-15,-1 1-27 0,4 5-23 16,-1 6 27-16,-3 4-30 16,2 0 23-16,-2 3 22 15,-1 15-16-15,-7 6 23 16,-3 6-5-16,-6 0 0 15,0 4 0-15,0 1 9 16,-21-2 0-16,-6 4 10 16,-7 0-2-16,1-1-10 15,2-7 2-15,8-11-38 16,15-11 13-16,8-7-24 16,0 0 28-16,10-9-16 15,17-10-39-15,4 4 76 16,-1 4 3-16,-4 5 53 0,-2 6-5 15,1 0-51-15,-5 2 5 16,-3 13 2-16,-5 0-5 16,-7 7 18-16,-5 0-5 15,0 6 25-15,-5 2 18 16,-17-5-15-16,-3 1-9 16,-4-5 19-16,2-2-42 15,-1-6 6-15,3-6-13 16,1-2-4-16,5-5-11 15,11 0-87-15,8-26-94 16,0-9-276-16</inkml:trace>
  <inkml:trace contextRef="#ctx0" brushRef="#br1" timeOffset="72917.89">28425 3104 393 0,'0'0'361'0,"0"0"-254"15,0 0-58-15,0 0 29 16,0 0-47-16,0 0 4 16,97-37-19-16,-73 34-14 15,-2-1 15-15,1-4-17 16,-3 2 0-16,-3-5 13 16,0 1-3-16,-5 3-7 15,-1-2-3-15,-1 4 7 16,-4 0 2-16,-3 3-9 0,-3 2 0 15,0 0-5-15,2 2-10 16,2 20 3-16,2 9 12 16,0 9 14-16,-2 6 20 15,0 7-20-15,-1-2-7 16,-1-1 11-16,0-1-6 16,0-9-12-16,0-7 0 15,-2-10 5-15,0-7-1 16,0-7-4-16,0-8-33 15,0 1 2-15,0-2-67 16,0 0 4-16,-4-12-61 16,-11-11-305-16</inkml:trace>
  <inkml:trace contextRef="#ctx0" brushRef="#br1" timeOffset="73361.37">28595 3264 698 0,'0'0'210'15,"0"0"-162"-15,0 0 67 16,0 0-24-16,0 0-63 16,0 0-8-16,92-56-20 15,-57 42 0-15,-4-2-5 16,-6 0 5-16,2-2-28 16,-5-2-30-16,0 2-46 15,0 0 14-15,-1-3-98 16,-6 6 4-16,-1 1 84 0,-6 6 15 15,-3 3 85-15,-3 5 32 16,-2 0-6-16,0 0 13 16,0 0-7-16,-4 10 24 15,-3 5 44-15,3-1-73 16,4 0 1-16,0-4-15 16,0-2-11-16,8-6 51 15,9-2 9-15,2 0-15 16,-1 0 2-16,-5-4-41 15,-1-10 17-15,-6-2-4 16,-3-2-18-16,-3-3 32 16,0 0-23-16,0 2-9 0,-17 4 16 15,-2 7-19 1,-6 5-12-16,-2 3-18 0,-2 0-16 16,3 13-34-16,8 7-142 15,7-6-93-15</inkml:trace>
  <inkml:trace contextRef="#ctx0" brushRef="#br1" timeOffset="73705.32">29277 2763 45 0,'0'0'735'0,"0"0"-613"15,0 0-44-15,0 0-20 0,0 0 23 16,0 0-54-16,60-57-23 16,-57 57 6-16,-3 0-10 15,0 7-4-15,0 18 2 16,-3 8 2-16,-16 15 16 16,-8 12-4-16,-7 14 10 15,-5 15 27-15,-7 15-44 16,-1 14 20-16,-1 10-11 15,-2 3-7-15,4-6 5 16,3-16-12-16,14-16 0 16,10-15-6-16,11-22-1 15,8-20-53-15,0-19-73 0,25-17-121 16,14-17-76-16</inkml:trace>
  <inkml:trace contextRef="#ctx0" brushRef="#br1" timeOffset="74005.27">29436 3302 374 0,'0'0'326'0,"0"0"-275"16,0 0-42-16,0 0 0 15,0 0-2-15,0 0-5 16,-60 69-2-16,60-49-6 0,0-4 6 15,0-9 4-15,10-3-1 16,6-4 37-16,0 0-23 16,2-13 18-16,-5-15 16 15,-5-4-36-15,-8 0 16 16,0-3-16-16,0 7 10 16,-23 2-21-16,-4 7-4 15,-4 8-49-15,2 9-46 16,4 2-111-16,9 0-252 15</inkml:trace>
  <inkml:trace contextRef="#ctx0" brushRef="#br1" timeOffset="74161.17">29845 3224 794 0,'0'0'302'0,"0"0"-302"15,0 0-8-15,0 0 4 16,0 0-121-16,0 0-249 16</inkml:trace>
  <inkml:trace contextRef="#ctx0" brushRef="#br1" timeOffset="78393.05">27540 691 59 0,'0'7'60'0,"0"-2"-16"15,0-2-1-15,0-1-26 16,0-2-12-16,0 0 9 0,0 0-9 16,0 0 62-1,3 0 66-15,-1-5-49 16,5-4 22-16,-5-1 14 0,1-3-21 15,-3 4-10-15,0 0-39 16,0 4 6-16,0-2-12 16,0 1-18-16,0 2 11 15,0 0-34-15,0 4-1 16,0 0-4-16,0 0-9 16,0 0-6-16,-5 13 11 15,-7 9 6-15,6 7 1 16,2 6-1-16,2 0 0 0,2 2-6 15,0-1 6 1,6-2 0-16,12-2 0 0,4-6-5 16,3-4-3-16,-1-5 8 15,3-12 0-15,-7-3-17 16,0-2 36-16,0 0-19 16,-2-22 4-16,-2-7-3 15,-1-8-2-15,-3-3-41 16,-4-2 19-16,-4 6 9 15,-4 4 8-15,0 4-6 16,0 3 10-16,-8 8-7 16,-8 1-1-16,-4 8 10 15,4 6-3-15,-1 2-8 16,1 0-7-16,-1 2 18 0,-4 13 0 16,3 3 0-1,3 3-3-15,3 2 3 0,8 6 0 16,4 3 27-16,0 2-25 15,7 0 7-15,17-3 11 16,3-10-14-16,2-5 14 16,0-7-18-16,-2-8-2 15,2-1 30-15,0 0-28 16,-2-18 12-16,0-6-14 16,-6-4 10-16,-5-4-19 15,-3 2 9-15,-1 2 0 16,-3 2-10-16,-1 3 18 15,0 7-8-15,0 5 0 16,-3 3 2-16,-3 4 21 16,0 4-19-16,-2 0-2 0,0 0-1 15,0 0-1-15,0 0-9 16,0 5-6-16,2 16 15 16,5 7 4-16,2 2-4 15,0 0 0-15,2-1 10 16,0 0-1-16,0-5-9 15,0-8 0-15,-4-4 5 16,-2-9 3-16,-1-3-8 16,-2 0 0-16,0 0 34 15,5-5-30-15,5-16 10 16,-2-10-14-16,4-1-4 16,-3-4 2-16,-2 4-25 15,-5 1 27-15,0 4-10 16,-1 8 20-16,0 7-4 0,-1 4 18 15,0 7-19-15,0 1 32 16,-2 0-37-16,2 0 2 16,-2 0-12-16,5 4-9 15,-1 11 19-15,5 7-2 16,0 1 4-16,0-4 0 16,5 3-2-16,-1-4 0 15,5-1 1-15,-1-3 3 16,6-6-4-16,-5-2 0 15,3-6 1-15,2 0 1 16,2 0-2-16,-1-11-21 0,0-14 21 16,-1-3-29-16,-5-2 16 15,-5 2 9 1,-1 0-10-16,-6 3 10 0,-2 5 3 16,-1 5 1-16,-3 3-13 15,0 1 19-15,0 5-6 16,0 2 0-16,0 3 11 15,0 1-12-15,0-3 1 16,0 3-30-16,-5 0 30 16,-3 0-12-16,-4 0 12 15,1 0 0-15,1 3-4 16,2 6-6-16,-1 7 8 0,3 5 2 16,4 4-13-16,2 8 14 15,0-1-1-15,0-2 0 16,15-4 6-16,3-6 0 15,3-6-6-15,0-6-2 16,-1-6-3-16,0-2 10 16,-2 0 1-16,0-10 2 15,-3-10-1-15,-1-5-14 16,-3-2 0-16,-2-3 7 16,-5 0 7-16,-2-3 1 15,1 3-8-15,-1 4 23 16,3 6 11-16,-1 4 24 15,0 3-36-15,-2 10-8 16,-2 1 18-16,0 2-32 16,0 0-17-16,-2 0-24 0,-11 12 34 15,-3 8 7-15,8-2 0 16,6 1-65-16,2-8-8 16,0-3-25-16,15-1 41 15,3-2 48-15,-1 3-7 16,-3 1 15-16,-1 3-12 15,-1 2 9-15,-4 1-8 16,3 3 19-16,1 0-7 16,-1 0 31-16,2-4 0 15,1-3 22-15,-2-3-9 0,5-8-19 16,3 0 30 0,6 0-50-16,1-2 6 15,2-15-11-15,0-5-6 0,-5-3-37 16,3-1-75-16,-2-1-85 15,2 1-288-15</inkml:trace>
  <inkml:trace contextRef="#ctx0" brushRef="#br1" timeOffset="79544.42">29152 551 361 0,'0'0'152'0,"0"0"-113"16,0 0-26-16,0 0-4 15,0 0 17-15,0 0-7 16,0 9 2-16,0-6 16 0,0 1-20 16,0-2 12-1,-2 2-18-15,2-4-4 0,0 1 21 16,0-1-27-16,0 0 12 16,0 0 12-16,0 0-14 15,-2 0 30-15,2 0 2 16,-2 0-10-16,-1-7 0 15,1-5-31-15,-2 0-2 16,0 0 0-16,-4 6 10 16,6 2-8-16,-4 0-2 15,1 2 3-15,-1 2-18 16,-6 0 10-16,-1 0 4 0,0 8-4 16,-3 10-2-16,3 6 7 15,1 6 0-15,4-2 4 16,1 2-4-16,5-7 0 15,0-5-1-15,2-4-15 16,0-9-21-16,0-1 30 16,0-4-10-16,0 0 17 15,0 0 16-15,0 0-12 16,2-15-4-16,9-10-18 16,5 1-12-16,1-2 30 15,1 7 25-15,2 1-11 16,-2 2 38-16,-3 11-37 15,1-1 11-15,-5 3-20 16,3 3-2-16,-5 0-8 16,1 0 4-16,-2 9-22 0,-6 5 20 15,4 2-10-15,-3-4 12 16,-1-2 7-16,0-4 2 16,0-6-4-16,0 0 3 15,6 0-8-15,-4 0 27 16,5-6-24-16,1-16-3 15,2-4-1-15,1-4-24 16,-1 0 24-16,-6-2 0 16,1-5 1-16,-7-2 5 15,0-3-1-15,0-2 16 0,0 5 10 16,0 11-23-16,0 10 17 16,0 8-6-1,0 8-12-15,0 2 34 16,0-2-36-16,0 2 9 0,2 0 20 15,2 0-24-15,-2 0 29 16,1 0-23-16,-3 0-12 16,0 0-6-16,2 16 3 15,0 14-7-15,3 18 1 16,2 5 11-16,-5 3-5 16,7-3 0-16,0-8 3 15,4-6 5-15,2-7-5 16,3-9-3-16,-2-7 0 15,-5-7 2-15,2-9-8 16,3 0 5-16,3-7 1 0,0-17 6 16,-1-8-6-1,-5-4-11-15,-4 0 9 0,0-2-24 16,-2 1 19-16,-3-2 2 16,0 7 5-16,1 1-11 15,-2 8 11-15,-1 2 0 16,0 6 0-16,-2 2 1 15,0 8-8-15,0 2-3 16,0 3 0-16,0 0-2 16,0 0-28-16,0 0-14 15,0 12 10-15,0 19 39 16,-2 6 5-16,2 7 0 0,0-3 1 16,0-1 10-16,15-5-4 15,8-8 12-15,-1-5 9 16,2-8-26-16,-4-10-2 15,1-4 0-15,0 0 0 16,0-16-29-16,1-10-133 16,-2-8-121-16</inkml:trace>
  <inkml:trace contextRef="#ctx0" brushRef="#br1" timeOffset="80004.42">29841 164 268 0,'0'0'508'0,"0"0"-397"15,0 0 3-15,0 0-62 16,0 0-50-16,0 0 15 16,54-20-17-16,-27 66-2 15,-6 16-8-15,-2 10 5 16,-13 5-9-16,-6 1 14 16,-13 0-16-16,-30-4 16 15,-10-3 0-15,-14-9-12 16,-13-10-125-16,-11-17-214 15</inkml:trace>
  <inkml:trace contextRef="#ctx0" brushRef="#br1" timeOffset="80701.81">27514 398 439 0,'0'0'163'0,"0"0"-84"16,0 0 31-16,0 0-22 16,0 0-45-16,0 0 4 15,0-21-47-15,0 21 0 0,0 0 12 16,-3 0-12 0,-9 0 0-16,-13 18 15 0,-4 11-14 15,-5 17 34-15,3 15-20 16,4 16-1-16,12 13 33 15,13 2-43-15,2-2 19 16,20-12-22-16,25-9 9 16,7-15-9-16,14-11-1 15,7-12-80-15,5-19-80 16,0-12-360-16</inkml:trace>
  <inkml:trace contextRef="#ctx0" brushRef="#br0" timeOffset="122509.32">26999 3734 264 0,'-18'0'144'0,"7"0"-93"16,0 0 41-1,2 0-14-15,3 0-26 0,-2 0 16 16,6 0-35-16,0 0 12 15,2 0 21-15,0 0-38 16,0 0 16-16,0 0-8 16,0 0-11-16,0 0 34 15,0 0-30-15,0 0-8 16,0 0 27-16,0 0-43 16,0 0 16-16,4 0-5 15,30-4-9-15,19-5 21 0,24-4-25 16,12 1-2-1,2-3 7-15,-4 4 0 0,-9-2-8 16,-16 4 0-16,-17 2 0 16,-16 5-18-16,-16 1 18 15,-8 1 0-15,-5 0-12 16,0 0 0-16,0 0 12 16,0 0-8-16,0 0-8 15,0 0 5-15,-3 0 2 16,-7-3 9-16,-4-1-4 15,1 0 2-15,1-2 0 16,1-2 2-16,0-4 0 16,-3-2 10-16,2-6-10 15,1-4 0-15,-1-6 2 16,3 0 9-16,3 3-11 0,1 6 0 16,2 7 4-16,1 6 2 15,2 2-6-15,0 6 0 16,0 0-4-16,0 0 4 15,0 0-2-15,10 0-9 16,14 0 6-16,12 6-5 16,2 11 10-16,-5 2 0 15,-6 7-4-15,-14 4 4 16,-11 8-2-16,-2 6-8 16,-19 7-11-16,-22 0 16 0,-12 2-16 15,-5-3-21 1,2 0-6-16,7-6-174 0,15-12-153 15</inkml:trace>
  <inkml:trace contextRef="#ctx0" brushRef="#br0" timeOffset="143737.01">7456 9177 138 0,'0'0'75'0,"0"0"-50"16,0 0 10-16,0 0 19 15,0 0 19-15,0 0 7 16,0 0-33-16,-40-17 2 16,35 17 8-16,3-4 9 15,0 2 32-15,0 0-40 16,2 0-10-16,-2 2 7 15,2 0-31-15,0 0 20 16,0 0-11-16,0 0-15 16,0 0 26-16,0 0-34 15,0 0 16-15,0 0 0 16,0 0-23-16,0 0 22 0,0 0-25 16,0 0 5-16,0 0-1 15,0 0 4 1,0 0-8-16,0 0 0 0,0 0 11 15,0 0-11-15,0 0 0 16,0-2 2-16,0 2 10 16,0 0-8-16,0 0-4 15,0 0 1-15,0 0 4 16,0 0-10-16,0 0 5 16,0 0 0-16,4 0-13 15,5 0 23-15,5 0-10 0,3 0 23 16,3 0-14-16,-2 4-6 15,2 1-3-15,2 4 5 16,1-1-5-16,2 2 0 16,-4 0 0-16,4-1 0 15,-3 2 5-15,-2-3-5 16,2 2 0-16,-1 0 0 16,1 2-4-16,2 0 6 15,3 3-2-15,2-3 0 16,2 0 4-16,5 2-4 15,0 1 0-15,2 2 4 16,-1-1-6-16,3-1 2 16,1 2 0-16,-1 0 0 0,0-1 0 15,-2 0 0 1,-2 1 0-16,-1 1 1 0,1 0-8 16,1 4 7-16,4 4 0 15,-1 3 0-15,2 0 1 16,3 0-1-16,5 3 0 15,-2 1 2-15,4-1-4 16,1 2 2-16,0 0 0 16,1 0-2-16,2 5 9 15,0-3-8-15,-1-2 1 16,-2 2 0-16,-3-5-5 16,-6 1 7-16,-3-6-2 0,-8-1 0 15,-2-2-2 1,-2-2 2-16,-2 0 0 0,0-2 1 15,2 3 0 1,0-1-1-16,0 1 0 0,4 2-4 16,3 0 8-16,-1-1-5 15,3 3 1-15,3-1 0 16,1 1 4-16,-3-2-1 16,2-2-3-16,-1 0 0 15,-4-5 4-15,-3 0-4 16,0 1 0-16,-2-4 4 15,-4 0-6-15,-4-2 4 16,-6-3-2-16,-1-1 0 16,-5-1 4-16,-4-2-4 15,0-2 0-15,-3 1 5 16,-2 1-1-16,3-1-1 16,-3-3-3-16,-2-1 0 0,0 0 5 15,0 0-5 1,2 0 0-16,0 0 4 0,0 2-3 15,1 0-1-15,2-2 0 16,-3 3-1-16,2-3 4 16,-4 0-3-16,2 2 0 15,-2-2 5-15,0 0-7 16,2 0 2-16,-2 0 0 16,0 0 0-16,0 0-3 15,0 0 3-15,0 0 0 16,0 0 3-16,0 0 11 15,0-16-13-15,0-10-1 0,0-7 0 16,0-3 6 0,-2-2-6-16,-4 2 0 0,-4 4 6 15,4 3-5-15,-1 6-1 16,1 0 0-16,-1 2-6 16,0 7 13-16,-2 2-7 15,5 3 0-15,0 5 1 16,1 1-4-16,3 1 3 15,0 2 0-15,0 0 0 16,0 0-2-16,0 0 1 16,0 0 1-16,0 0 0 15,0 0-9-15,0 0 9 0,0 0-3 16,0 0-1-16,0 4-21 16,0 13 25-16,3 4 0 15,10 2 4-15,-2 2 4 16,4 1-8-16,2 0 0 15,-5 1 0-15,5 2 3 16,-4-3-3-16,-1 0 0 16,2-3 6-16,-5-6-8 15,1-5 2-15,-6 1 0 16,0-6 0-16,-2 0 3 16,1-3-3-16,-3-4 0 15,0 1 2-15,0-1-2 16,0 0 0-16,0 0 0 15,2 0-2-15,-2 0 4 16,0 0-2-16,0 0 0 0,0 0 1 16,0 0-1-16,0 0 0 15,0 0 0-15,0 0-2 16,0 2 6-16,0-2-4 16,0 0 0-16,0 0 2 15,2 0-2-15,0 5 0 16,-2-1 0-16,4 1-3 15,-2 0 8-15,1-1-5 16,2-1 0-16,-3 0 2 16,-2-2-3-16,2-1 1 15,0 3 0-15,-2-2-2 16,3-1 6-16,-1 3-4 0,0-1 0 16,0 0 3-16,-2-2-3 15,0 0 0-15,0 2 0 16,0-2-3-16,0 0 4 15,0 0-6-15,0 3 5 16,0 2-3-16,-20 1-9 16,-14 0 15-16,-8-6-3 15,-11 0 11-15,-5 0 0 16,-9-10-11-16,-12-10 0 16,-9 1-39-16,-19 3-77 15,-9 6-225-15,9 2-430 0</inkml:trace>
  <inkml:trace contextRef="#ctx0" brushRef="#br0" timeOffset="159338.41">11286 9087 499 0,'0'3'97'15,"0"-1"-97"-15,0-2 0 0,0 2 17 16,0 0-1 0,0-1 29-16,0-1-15 0,0 2-9 15,0-2 36-15,0 0 5 16,0 0-14-16,0 0 11 15,0 2-53-15,0 1-6 16,0 1-1-16,0 3 1 16,0 2 3-16,0-2 4 15,0-2-5-15,0-1 11 16,0-2-5-16,0-2-7 16,0 0-1-16,2 2 5 15,-2-2 2-15,0 0-7 16,0 1 0-16,0-1 14 15,0 0-14-15,0 0 16 0,2 0 4 16,-2-1-18-16,2-10 13 16,-2 0-15-16,3 0 0 15,-3-1 2-15,2 0 1 16,0 3-3-16,-2-4 0 16,2 5 4-16,0 1 6 15,0-2-5-15,-2 2-1 16,2-2 20-16,-2 3-21 15,0 2 13-15,0 4 0 16,0 0-11-16,0 0-10 16,0 0 4-16,-2 0 1 15,-13 2 2-15,-3 13 2 16,1 4-4-16,-1 5 0 16,2 5 0-16,2 7 2 15,6 4-2-15,4 4 0 0,4-2 21 16,0-1-17-16,8-4 4 15,15-7-3-15,-1-5 1 16,0-8 7-16,0-5-13 16,-1-9 1-16,-4-3 27 15,3 0-26-15,1-20 9 16,-2-13-11-16,-1-9 11 16,-2-6-16-16,-5-2 5 15,-4-6-8-15,-3 0-2 16,-4 1-3-16,0 6 11 0,0 3 0 15,0 9 3 1,0 9-5-16,0 8 4 0,0 6 0 16,0 9-5-1,-2 2 6-15,2 3-1 0,-2 0 0 16,2 0-21-16,0 0 19 16,-2 17-13-16,2 8 15 15,-2 8-3-15,2 4 4 16,0 6-1-16,0 1 4 15,0 3 7-15,0 2-11 16,0-1 0-16,0-6 0 16,0-8-2-16,0-8 5 15,0-10-3-15,0-6 0 0,2-8 7 16,-2-2-14-16,0 0 7 16,2 0-5-1,2-23 1-15,3-8-61 0,4-5 35 16,4-1 28-16,4 2-6 15,2 5 4-15,0 2 4 16,-1 7 0-16,-1 5 18 16,-7 9-18-16,-3 2 17 15,-5 5-6-15,1 0-11 16,2 5-1-16,-1 21-12 16,3 6 13-16,3 1-1 15,-4 1 6-15,3-5-5 0,3-5 0 16,-5-6 9-1,2-6-12-15,0-5 3 0,0-2 0 16,0-5 20-16,1 0-19 16,-2 0 6-16,-1-5-4 15,5-18-3-15,-5-5-4 16,2-6-18-16,0-2 20 16,-4-3-11-16,1 5 15 15,0 3-2-15,-4 1 2 16,-2 7 5-16,3 3 8 15,-5 6-3-15,2 6-6 16,-2 4 27-16,0 2-32 16,0 2 7-16,0 0-8 15,0 0 1-15,0 0-7 16,0 0 3-16,0 0 1 16,0 14 1-16,0 8 2 15,0 4 11-15,0 1 12 0,8 0-20 16,2-2 25-16,3-2-16 15,3-9-10-15,-1-2 19 16,1-3-17-16,-1-7-5 16,-3-2 5-16,1 0-5 15,-2-11-12-15,3-15-64 16,-8-9-77-16,-6-5-92 16,0-9-242-16</inkml:trace>
  <inkml:trace contextRef="#ctx0" brushRef="#br0" timeOffset="159590.79">11952 8647 401 0,'0'0'137'0,"0"0"-117"16,0 0 50-16,0 0 36 16,0 0 28-16,0 0-13 15,-4-5-64-15,11-5-13 16,-3-2-7-16,0-2-25 15,-4-2 5-15,0 2-17 16,0-2 0-16,-4 6-3 16,-12 5-12-16,-1 5 11 15,-6 0-32-15,1 3-45 0,4 21-40 16,6 5-60-16,8-2-189 16</inkml:trace>
  <inkml:trace contextRef="#ctx0" brushRef="#br0" timeOffset="159991.56">12322 8545 725 0,'0'0'177'0,"0"0"-130"15,0 0 9-15,0 0-3 16,0 0-27-16,0 0-12 0,11-59-14 15,-11 61-13-15,-19 14 3 16,-4 4 20-16,-2 6-8 16,1 2 6-16,2 2-6 15,4 0 15-15,7 0-17 16,6-3 0-16,5-3 4 16,0-4-1-16,22-3-3 15,10-6 1-15,1-1 1 16,-2-5 8-16,-4 2-5 15,-9-2-2-15,-9 0 23 16,-9-2-22-16,0 4 5 16,0 0 0-16,0 5-9 15,-9 3 31-15,-16 2-31 16,-4-3 3-16,-4-2 0 16,-2-5-3-16,-1-3-44 0,9-4-87 15,7 0-132-15,13-4-269 16</inkml:trace>
  <inkml:trace contextRef="#ctx0" brushRef="#br0" timeOffset="160785.6">12578 8552 262 0,'0'0'327'0,"0"0"-288"15,0 0-36 1,0 0-3-16,0 0 31 0,0 0-12 16,18-4 3-16,-18 4-11 15,0 0 38-15,0 0 59 16,0-2-34-16,0-1-11 16,0-4-35-16,-2 2-27 15,-12-4 6-15,1-2-5 16,1 4-2-16,-5 0 0 15,5 0 2-15,-2 5-2 16,3 2 3-16,-1 0 0 16,3 0 3-16,-1 0 0 15,0 0-6-15,-1 16 3 0,0 4 5 16,0 4-2-16,2 0-6 16,3 0 2-16,3 0 6 15,3 1-4-15,0-6-4 16,0-1 0-16,0-4 6 15,9-5-6-15,0-4 0 16,-2-3 6-16,-3-2 11 16,5 0-14-16,2-2 3 15,3-18-2-15,1-6 0 16,1-2-4-16,-1-2 0 16,-1 2 1-16,-1 2 3 15,-1 2-4-15,-4 7 0 0,-3 5 28 16,-3 5-15-16,0 7 23 15,-2 0-26-15,0 0-2 16,2 0-16-16,-2 0 3 16,4 0 5-16,2 14-9 15,-2 8 9-15,0 5 0 16,-2 8 0-16,-2 10 3 16,0 10-3-16,0 8 0 15,0 5 0-15,0 0 0 16,5-2 5-16,1-6-5 15,2-7 4-15,-2-15-4 16,-1-13 22-16,-3-14-21 16,0-8 1-16,0-3 40 15,7 0-6-15,2-27 20 16,7-13-52-16,0-11 4 16,0-5-7-16,2-4-1 15,-2 0 0-15,-3 2-2 0,-3 4 1 16,-6 10-11-16,-4 10-20 15,-2 11-27-15,0 12-38 16,-4 6-137-16,-12 5-302 16</inkml:trace>
  <inkml:trace contextRef="#ctx0" brushRef="#br0" timeOffset="161216.35">11635 9527 74 0,'0'0'117'0,"0"0"29"16,0 0-12-16,0 0 0 15,0 0-11-15,0 0 20 16,-8 14 39-16,39-35-63 16,16-10-72-16,10-10 20 0,11-7-55 15,16-10 15-15,13-8-27 16,9-7 8-16,4-4-2 15,-17 11-6-15,-22 9 0 16,-17 19-5-16,-21 10 11 16,-8 10-12-16,-10 6-9 15,-5 6-51-15,-8 6-42 16,-2 0-72-16,0 5-220 16,-10 14 74-16</inkml:trace>
  <inkml:trace contextRef="#ctx0" brushRef="#br0" timeOffset="161595.13">11645 9506 236 0,'0'0'220'16,"0"0"-56"-16,0 0-46 15,0 0 2-15,0 0-26 16,0 0 59-16,-18 46-54 15,87-66-62-15,9-13 22 16,9-9-58-16,9-13 28 16,4-7-11-16,-4 0-18 15,-5 2 28-15,-15 6-20 16,-13 8-6-16,-14 11 16 16,-16 13-9-16,-13 9-3 0,-9 6-2 15,-6 5 1-15,-3 2 2 16,-2 0-7-16,0 0 0 15,0 0-12-15,0 0 5 16,0 0 4-16,0 0 0 16,0 0 6-16,0 0-8 15,0 0 5-15,0 0-36 16,0 0 6-16,0 2-63 16,0-2-135-16,0-2-331 15</inkml:trace>
  <inkml:trace contextRef="#ctx0" brushRef="#br0" timeOffset="163041.91">10965 9119 474 0,'2'-20'172'16,"0"3"-90"-16,0 0 15 16,3 5-48-16,0 0-5 15,-1 3 28-15,-4 2-29 16,2 6-9-16,-2-1 11 15,0 2-11-15,0 0 21 16,0 0-37-16,0 0-3 0,0 0 0 16,-20 0-8-1,-12 24-7-15,-7 15 0 16,1 14 6-16,5 12-11 16,6 14 5-16,13 11 0 0,10 5 1 15,4-1 7-15,14 1-8 16,25-8 0-16,19-11-10 15,22-17 5-15,21-23-96 16,19-28-35-16,18-8-111 16,11-48-289-16</inkml:trace>
  <inkml:trace contextRef="#ctx0" brushRef="#br0" timeOffset="163644.5">12659 8279 343 0,'0'0'213'16,"0"0"-107"-16,0 0-27 15,0 0 32-15,0 0-23 16,0 0 16-16,-11-62-77 0,11 62-13 15,0 0-14-15,11 4 15 16,14 28-15-16,6 21 5 16,4 15 3-16,-4 11-11 15,-8 11 3-15,-14 5-4 16,-9 3-3-16,-11-1 6 16,-28-9-11-16,-9-7 12 15,-2-15 1-15,2-12-1 16,5-12-74-16,10-12-87 15,6-10-132-15,7-10-253 16</inkml:trace>
  <inkml:trace contextRef="#ctx0" brushRef="#br0" timeOffset="164116.79">11810 9709 175 0,'0'0'316'0,"0"0"-200"15,0 0-16-15,0 0-30 16,0 0-10-16,0 0-10 16,164-131-42-16,-98 94-6 15,5-5 16-15,7-2-17 16,-5 0 23-16,-2 1 1 16,-11 7-16-16,-8 11 36 15,-14 4-16-15,-12 7-12 16,-12 8 15-16,-7 1-31 15,-3 5 4-15,-2-3-5 16,-2 3 5-16,0 0-9 16,0 0 4-16,0 0-1 15,0 0-9-15,0 0-11 0,0 0-3 16,0 0-13-16,0-2-17 16,0 2 4-16,0 0-74 15,0-2-67-15,0 0-200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7-13T15:03:33.555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3301 15719 776 0,'-29'-19'49'0,"7"10"-49"15,11 9-156-15,6 0-131 16,5 0-72-16</inkml:trace>
  <inkml:trace contextRef="#ctx0" brushRef="#br0" timeOffset="4537.66">10844 12805 101 0,'0'0'41'0,"0"0"-15"15,0 0 5-15,0 0 12 16,0 0 22-16,0 0 16 15,0 0-30-15,-19-35 16 16,17 28-31-16,-4-1-19 0,4 0 14 16,-4-1-21-16,-3-3-2 15,-3 3 14-15,-3-3-21 16,-3 0 14-16,1 2-5 16,-6-2-6-16,1 6 22 15,-3-2-24 1,-4 5-1-16,1 0 11 0,-7 3-6 15,2 0-6-15,-2 0 0 16,-3 0 3-16,0 10 3 16,0 2-6-16,-2 4 0 15,4 2-1-15,-1 1 9 16,0 4-8-16,2 5 8 16,-5 4-5-16,0 5 19 15,-5-2-21-15,1 6 2 16,1 3 14-16,3-1-11 0,2 10 3 15,5-1 6-15,6 6-13 16,3 2 28-16,5 1-23 16,9-1 7-16,1-4 17 15,5-3-26-15,4-4 5 16,0-6-9-16,0-1 3 16,0-5 14-16,0-2-15 15,0 1 4-15,8-2 20 16,13-2-23-16,-2-2 11 15,8 0 1-15,2-6-15 16,0 0 29-16,4-6-23 16,1-5-3-16,1-4 21 15,6-5-19-15,3-4 0 16,3 0-1-16,4 0-2 0,0 0 10 16,3-10-13-16,0-7 0 15,-1-6 3-15,0-5 1 16,1-4-4-16,-2-4 0 15,0-5 4-15,-2 4 0 16,-6 1-4-16,-3 1 0 16,-6 4-1-16,1-1 4 15,-5-1-3-15,0 1 0 16,-2 0 4-16,0 0 0 16,0-2-4-16,-2 2 0 15,-2-3-4-15,0 3 10 16,-4 5-7-16,-1-1 1 15,-4 2 0-15,0-2 3 0,-6 1-3 16,4-1 0-16,-3 3-6 16,0-4 10-16,-1 0-4 15,-2 3 0-15,-4-1 5 16,1-4-5-16,-5-1 0 16,0-3 0-16,0-2-3 15,0 0 6-15,-11-4-4 16,-20 1 1-16,-16 5-55 15,-22 8-13-15,-27 17-72 16,-24 10-55-16,-16 0-187 0</inkml:trace>
  <inkml:trace contextRef="#ctx0" brushRef="#br1" timeOffset="164340.82">14897 1806 356 0,'0'0'148'16,"0"0"-36"-16,2 0-29 15,-2 0-13-15,3 0 4 16,-3 0-52-16,0 0 15 16,0 0-3-16,0 0-14 15,0 0 30-15,0 0-22 16,0 0-9-16,0 0-2 15,0 0-15-15,0 0-4 16,0 3-1-16,0 1 0 16,0-1-4-16,0 2 7 0,0-3 0 15,2-2 12-15,-2 0 0 16,0 0-12-16,0 0 8 16,0 0-8-16,0 0 36 15,0 0-19-15,0 0 8 16,2 0 25-16,-2-9-43 15,0-4 11-15,0-8-18 16,0-1 8-16,0 7-6 16,0-2-2-16,0 3 0 15,-2 4-9-15,-5 0 2 16,-2 3 6-16,-2-2-8 16,-2 6 1-16,-1 1-5 0,-1 2 9 15,-6 0 4 1,-3 2-8-16,-3 17 12 0,0 8-5 15,5 9 1-15,4 1 0 16,5 2-3-16,6 1 3 16,2-6 0-16,5-4-9 15,0-6 10-15,0-7-1 16,5-5 0-16,7-5-2 16,0-5-5-16,5-2 14 15,0 0-3-15,5-9 27 16,3-12-23-16,-2-4-3 15,-2-4-2-15,-3-1 1 16,-1-2 9-16,-5 2-13 16,-1 5 0-16,-1 7 6 15,-4 6 7-15,-1 2-9 0,-3 6-1 16,0 3 0-16,-2-2 19 16,0 3-22-16,0 0 0 15,0 0 1-15,0 0 6 16,0 0-7-16,0 0 0 15,0 0 2-15,0 0-9 16,0 0 7-16,0 0 0 16,0 0-12-16,0 0 4 15,0 12 8-15,-2 17 0 16,-7 10 5-16,0 12-5 16,0 9 0-16,-2 3 0 15,3 2-2-15,-2 3 7 0,1 0-5 16,1-1 0-16,-2-6 4 15,1 2-5-15,1-7 1 16,-2-4 0-16,-1-3-4 16,5-10 9-16,-1-7-5 15,0-9 0-15,3-8 2 16,2-4-1-16,2-5-1 16,-3-3 0-16,3 2-2 15,-2-5 2-15,0 2-1 16,2-2-5-16,-2 0 6 15,-2 0-11-15,-1 2 11 16,0-2 0-16,-4 0 15 16,3 0-6-16,-3 0-8 0,0 0 7 15,2 0-3-15,-1 0 17 16,-1-12-19-16,1-8-3 16,2-10 25-16,6-5-17 15,0-5-8-15,0-6 0 16,14-2 7-16,10-1-9 15,3-2 2-15,-1 3 0 16,1-1-2-16,0 3 3 16,0 7-2-16,-2 4-18 15,-4 9-25-15,-7 8-7 16,-3 8-100-16,-2 4-95 16,-4 5-183-16</inkml:trace>
  <inkml:trace contextRef="#ctx0" brushRef="#br1" timeOffset="166295.57">15008 2157 261 0,'0'0'136'0,"0"0"-18"16,0 0-2-16,0 0 0 0,0 0-18 16,0 0-37-1,7-7-4-15,-4-5-13 16,1-3 4-16,-2-7 24 16,2-2-54-16,3-7 11 0,2-2-12 15,2-4-13-15,2-4 17 16,-1 1-20-16,-1-3-1 15,-3 5 30-15,-4 6-27 16,-2 13 14-16,-2 7-5 16,0 9-3-16,0 3-15 15,0 0 6-15,0 0-23 16,0 3 16-16,0 12 7 16,0 8 0-16,-2-2 0 15,2 0 7-15,0-1-13 0,0-4 6 16,0-2-14-1,0-4 10-15,12-6-34 0,4-4 25 16,4 0 10-16,5-4 3 16,-1-18 0-16,-2-7 0 15,-4 3 1-15,-5 3-11 16,-3 7 21-16,-6 5-11 16,-2 10 0-16,-2 1-10 15,0 0 6-15,0 0-12 16,0 10-4-16,-2 13 5 15,-9 5 23-15,-3 7-8 16,-1-1 0-16,3 3 8 16,2-4-11-16,3-3 3 0,3-6 0 15,4-4 0-15,0-4 2 16,0-6-2-16,0-2 0 16,0-6-2-16,0 0-9 15,13-2 2-15,2 0 9 16,3-8 11-16,5-16-11 15,4-8-6-15,2-6 3 16,-2-3-13-16,-4 5 13 16,-5 0 3-16,-5 9 0 15,-1 7 30-15,-5 5-30 16,-5 11 22-16,0 2-22 16,-2 2-6-16,0 0 3 15,0 0-24-15,0 14 22 0,0 4-11 16,0 3 19-16,0 1-3 15,-7 0 0-15,1 3 8 16,4 3-8-16,-1 1 0 16,1-1 2-16,2-6 7 15,0-4-5-15,0-4-4 16,0-4 0-16,0-6 9 16,7-2-14-16,2-2 5 15,-1 0 0-15,6 0 39 16,3-20-36-16,0-6 3 15,-2-6-1-15,-1-4 7 16,-2-1-10-16,0 2-2 16,-5-1 0-16,-3 3-4 15,-4 3 4-15,0 4 0 0,0 8 0 16,0 4 1 0,-4 5-9-16,-8 2 8 0,1 5-7 15,-2 2-4-15,1 0 8 16,2 2 3-16,-2 14-3 15,3 6-3-15,-1 7 3 16,3 0 3-16,2 5 0 16,3 0-7-16,2-1 9 15,0-3-2-15,0-2 0 16,9-5 1-16,4-6-2 16,3-8 1-16,-3-4-11 15,3-5 1-15,4 0 14 0,4-6-4 16,3-14 0-16,2-8-1 15,-4-2-2-15,-3-2 3 16,-4 1 0-16,-7 6 9 16,-4 2-7-16,-3 4-2 15,1 6 0-15,-3 3 12 16,0 5-12-16,0 5 0 16,-2 0 4-16,0 0-13 15,0 0-7-15,0 0 0 16,0 7 10-16,0 11-3 15,-9 4 9-15,1 9 0 16,-4-2 0-16,3 4 0 16,3 1 1-16,-1 0-1 0,4-5 0 15,1 0 6-15,2-9-6 16,0-8 0-16,0-4 1 16,10-8-10-16,5 0 6 15,5-8 3-15,5-21 0 16,1-4-40-16,-4-4 35 15,-1-2-5-15,-6 0 10 16,-3 4 1-16,-6 3 0 16,3 3-1-16,-5 9 0 15,0 11 7-15,-4 4-7 16,0 3 0-16,0 2-1 16,0 0-3-16,0 2-25 15,0 14 29-15,0 2-5 16,0 4 5-16,0 6 0 0,-4 1 0 15,4 3 2-15,0-1 2 16,0-2-1-16,0-5-3 16,10-4 0-16,7-10 10 15,3-6-6-15,5-4-4 16,0 0 2-16,1-22-1 16,1-11-1-16,-5-2-4 15,-4-3 1-15,-3-2 2 16,-6 1 1-16,1 2 1 15,-4 1 3-15,1 5 21 16,-1 3-14-16,-1 2 3 0,0 4 17 16,-1 5-29-1,-4 6 26-15,2 5-5 0,-2 2-14 16,0 2 38-16,0 2-42 16,0 0 5-16,0 0-10 15,0 0 2-15,0 0-4 16,0 0-6-16,0 9-7 15,0 16 1-15,0 15 12 16,-2 11 2-16,-10 7-3 16,-1 11 14-16,-5 7-8 15,1 6-3-15,-6 10 3 16,1 3 2-16,-2 2 1 0,-1-1-6 16,3-8 0-1,7-11 9-15,3-17-9 0,10-19 0 16,2-16 3-16,0-13-7 15,6-12-76-15,15 0 4 16,-1-12-8-16,-3-14-185 16,1-9-254-16</inkml:trace>
  <inkml:trace contextRef="#ctx0" brushRef="#br1" timeOffset="166590.5">16023 2019 528 0,'0'0'190'0,"0"0"-83"15,0 0-16-15,0 0-56 16,0 0-17-16,0 0-10 16,89-124 0-16,-72 122-8 15,2 2 0-15,-1 0 5 16,-5 2 18-16,0 17-23 15,-6 8 13-15,-7 1 14 16,0 0-23-16,-5 0 10 16,-19 0 3-16,-9-1-15 15,-6-6 23-15,-7-3-25 16,-1-6-83-16,0-10-41 16,7-2-252-16</inkml:trace>
  <inkml:trace contextRef="#ctx0" brushRef="#br1" timeOffset="167212.56">16482 2025 61 0,'0'0'177'16,"0"0"-47"-16,0 0 8 16,0 0-41-16,0 0 1 15,0 0 10-15,0-2-45 16,0 2 15-16,0 0-9 16,0 0-21-16,0 0 16 15,11 0-64-15,11 0 6 16,18 0 33-16,12 0-36 15,6 0 10-15,2 0-13 16,-9 0 6-16,-6 0 4 16,-14 0-10-16,-13-6 0 0,-9-2-3 15,-7 1-13-15,-2 4-45 16,0 1-76-16,-13 0-195 16</inkml:trace>
  <inkml:trace contextRef="#ctx0" brushRef="#br1" timeOffset="184915.25">17806 2191 106 0,'-3'0'117'0,"3"0"-65"16,0 0 28-16,0 0 64 15,0 0-29-15,0-2-65 16,0-6 12-16,0-2-14 16,0 3 31-16,0-4-27 15,0-1-26-15,0 1 20 0,-2-4-39 16,2 6 20-16,0 0-5 15,0 4-13-15,0 5 28 16,0 0-24-16,0 0-13 16,0 0 0-16,0 0-12 15,0 5 9-15,10 11 3 16,1 2-3-16,-1 4-5 16,4 2 8-16,-3 2 0 15,1 5-8-15,-1-1 11 16,-3-2-3-16,4-6 0 15,-1-6 4-15,-5-8 3 16,4-6-7-16,1-2 0 0,2-4 44 16,9-22-25-1,3-11 4-15,0-5-17 0,1-5-3 16,0-6-4-16,5-9 1 16,2-10-40-16,0-15 38 15,2-2-30-15,-1 2 32 16,-5 12-3-16,-2 14 7 15,-10 13-4-15,-3 12 0 16,-3 7 0-16,-5 9 16 16,4 6-10-16,-6 4-2 15,-2 4-3-15,0 5 6 16,-2-3 8-16,0 4-15 0,0 0 0 16,0 0-6-1,0 0 5-15,0 0-10 0,3 0-10 16,1 19 0-16,2 13 20 15,2 10 1-15,-2 13 0 16,1 9 3-16,-1 13 2 16,-4 5-5-16,0 0 0 15,4 0 6-15,-6-10 13 16,4-8-19-16,-2-10 0 16,-2-11 5-16,2-7 1 15,1-13-6-15,-3-4 0 16,0-11 4-16,0-7 4 15,0-1-8-15,0 0 1 16,0 0 35-16,0-7-35 16,0-15-1-16,-3-3 0 0,-11-3-7 15,2 1-6 1,-5-8 6-16,2 0-17 0,-3-8 19 16,1 1-19-16,-1 4 24 15,0 2 0-15,0 12-3 16,-2 4-3-16,0 10-14 15,-2 6-10-15,-3 4 26 16,-2 0-24-16,6 0 25 16,2 16 3-16,9 2-4 15,4 3-3-15,6 4 7 16,0-3 0-16,2-2-11 16,19-4 23-16,6-6-3 0,2-6 18 15,4-4-14 1,3 0 44-16,-3-7-46 0,0-14-11 15,-6-1-22-15,-6 0-79 16,-5 0-89-16,-12 2-176 16</inkml:trace>
  <inkml:trace contextRef="#ctx0" brushRef="#br1" timeOffset="186255.79">19250 1961 130 0,'0'0'42'0,"0"0"-39"16,0 0 54-16,0 0-12 15,0 0-16-15,0 0 14 16,0 0 20-16,27 66-35 16,-27-66 4-16,0 0 51 15,0 0-2-15,0 0 0 0,0 0 1 16,0-2-54 0,0-12-13-16,0-6-15 0,0-2-9 15,0-3 0 1,0 2 12-16,-2 0-3 0,0 6 7 15,-2 0-3-15,-1 8 12 16,0 5 1-16,-2 2-9 16,1 2-5-16,-5 0-3 15,-5 0 0-15,-1 15-9 16,-3 7 17-16,-1 6-8 16,4 0 0-16,5 6 4 15,3-5 8-15,5 0-8 16,4-3-4-16,0-1 1 15,0-6 0-15,7-8-2 16,11-5-15-16,1-6 16 0,8 0 15 16,4-10-10-16,0-16 39 15,-1-6-33-15,-8-2 0 16,-4 3-11-16,-3-1 29 16,-4 6-27-16,-1 1 25 15,-6 6-23-15,-2 10 17 16,0 4 25-16,1 4-29 15,-3 1-3-15,0 0-14 16,0 0-24-16,0 0 21 16,0 8-27-16,0 16 30 15,0 8 0-15,0 12 6 16,0 4 2-16,0 8-8 16,0 4 9-16,-7 7-5 15,1 1 2-15,-2 0-6 0,4-2 0 16,0-4 5-16,-3-8-8 15,1-6 3-15,-2-5 0 16,2-11 16-16,-1-3-16 16,1-6 10-16,-6-5-6 15,3-1 7-15,-1-8-11 16,0-1 0-16,1-2 2 16,-1 0 3-16,-2-2-1 15,-1-2-4-15,0-2 17 16,-5 0-12-16,-3 0 24 15,4-4-11-15,-1-16-13 16,3-6 33-16,5-12-27 16,6-6 18-16,4-10-14 15,0-7-6-15,14-3-9 0,9-6 0 16,6 0 8-16,5 5-24 16,-2 9-8-16,1 10-32 15,-2 14-45-15,-2 8-77 16,-5 8-124-16,-1 8-285 15</inkml:trace>
  <inkml:trace contextRef="#ctx0" brushRef="#br1" timeOffset="188039.94">19471 2244 345 0,'0'0'155'15,"0"0"-69"-15,0 0 12 16,0 0-8-16,0 0-51 16,0 0-13-16,58-77 33 15,-44 43-5-15,-3-7-25 16,0-5 14-16,-2 2-25 16,-3 5 6-16,1 6-7 15,-3 8-13-15,-2 9 3 16,1 6-7-16,0 8 3 15,-3 2-11-15,2 0 3 16,-2 7-31-16,0 16 33 0,0 5-3 16,0 0 6-1,2-3 0-15,0 0 3 0,2-4-12 16,3-6-20-16,-1-4-2 16,4-6 7-16,3-1-25 15,3-4 29-15,6 0-1 16,4-16-4-16,1-12 4 15,0-4-9-15,-2 4 30 16,-8 2-4-16,-3 10 11 16,-7 7 2-16,-5 5 9 15,-2 4-18-15,0 0-5 16,0 13-34-16,0 17 39 0,-2 5 39 16,-7 4-28-1,5-3 7-15,-1-4-10 0,5-4-7 16,0-3 21-16,0-9-20 15,0-3 0-15,7-5 11 16,1-4-12-16,3-4 11 16,3 0 6-16,1 0-8 15,6-18-10-15,3-5-16 16,1-10-18-16,-1-2 28 16,0 1-16-16,-5 5 22 15,-4 3 0-15,-3 8 5 16,-4 4 12-16,-4 6-14 15,-1 4 0-15,-3 4 1 16,0 0-4-16,0 0-24 16,0 9 15-16,0 11 9 15,0-1 34-15,0 3-22 16,0 2 10-16,0 2 1 0,0 2-23 16,0-2 19-16,0 3-15 15,0-6 1-15,6-2 2 16,6-7-3-16,-1-5-4 15,0-6 12-15,2-3-8 16,0 0 16-16,3-7-20 16,-3-15-4-16,1-3 1 15,-3-8-21-15,-1-1 9 16,0-5 9-16,-1 2-7 16,-2-3 10-16,-2-1-1 0,-5 4 4 15,0 3 1-15,0 8 5 16,0 9-5-16,-8 5 11 15,0 9-6-15,-3 3-7 16,-3 0 1-16,1 0 0 16,-3 6-9-16,1 10 9 15,-1 5 0-15,1 4-6 16,3 4 5-16,1 5 1 16,9 1 2-16,2-1-1 15,0-6 26-15,0-4-27 16,6-4 0-16,13-6-1 15,-4-2-4-15,3-5 5 16,-1-6-1-16,4-1 18 0,1 0-4 16,1-10-13-16,-2-12 0 15,4-5-1-15,-5-4-18 16,0-3 17-16,-4 2 2 16,-5 1 0-16,-2 6 0 15,-4 9 0-15,-1 4 0 16,-2 5-4-16,-2 4-3 15,0 3-6-15,0 0-2 16,0 0 9-16,0 2-1 16,0 11 7-16,-8 8 0 15,-4 4-3-15,1 1 14 16,7 6-11-16,-1-6 0 16,5 3 2-16,0-3 9 15,0-6-10-15,5 0-1 0,5-8 5 16,4-3 4-16,1-6-9 15,-4-3 14-15,3 0-14 16,-1-2 0-16,-1-14-12 16,3-7 12-16,1 2-14 15,-3-4 10-15,3-2-14 16,-3 3 9-16,-2 0 6 16,1 6-1-16,-6 6 4 15,-2 1 0-15,-1 6-1 16,-3 5 1-16,0 0-9 15,0 0-9-15,0 5 2 16,0 16 16-16,0 1 1 16,-5 4-1-16,3 4 6 15,2 1 2-15,0 1-8 16,0-6 2-16,9-6 1 0,11-5 18 16,-2-9-19-16,2-6-1 15,0 0 16-15,3-11-17 16,-4-18-3-16,2-9-12 15,-3-4 13-15,-1-4-12 16,3-6 11-16,-2-5 3 16,0 1-12-16,-2 5 28 15,-3 8-13-15,-2 11 20 16,-2 10-3-16,-4 10 29 16,-3 3-32-16,-2 9 3 0,0 0 19 15,0 0-34-15,0 0-5 16,0 0 0-16,0 0-7 15,0 0-3-15,0 14 5 16,-9 15 5-16,-7 17-2 16,-2 15 10-16,1 11-8 15,3 12 7-15,-4 4-6 16,2 4 20-16,-3 5-21 16,-1-3 0-16,1 2 1 15,0-5 7-15,5-13-8 0,3-12 0 16,5-18-4-1,4-18 0-15,2-16-81 0,0-14-69 16,0-9-39-16,8-30-357 16</inkml:trace>
  <inkml:trace contextRef="#ctx0" brushRef="#br1" timeOffset="188424.04">20650 2189 491 0,'0'0'182'0,"0"0"-68"16,0 0-4-16,0 0-45 16,0 0 12-16,0 0-29 15,-6-132-34-15,16 118 31 16,0 2-33-16,-1 6 1 16,-5 4 7-16,0 2-20 15,1 0-2-15,4 0-7 0,0 4-1 16,2 12-2-16,-2 1 7 15,-4 3 5-15,1-3-10 16,-2 1 20-16,1-2-10 16,0 1 0-16,1-3 4 15,1-5 5-15,-1 0-9 16,3-5 0-16,3-3-3 16,-1-1 16-16,7 0-4 15,4-14 0-15,-2-14-2 16,2-4-7-16,-1 1 0 15,-6 2-9-15,-4 9-4 16,-8 3-27-16,-3 10-31 16,0 2-101-16,0 5-240 15</inkml:trace>
  <inkml:trace contextRef="#ctx0" brushRef="#br1" timeOffset="189857.01">21526 1932 172 0,'0'0'183'16,"0"0"-54"-16,0 0-47 16,0 0-27-16,0 0 10 15,0 0-25-15,16-25 8 0,-16 25 17 16,0 0-40-16,0 0-1 15,0 0-10-15,0 0-1 16,-2 3 13-16,-5 17-26 16,0 6 1-16,3 3 7 15,4 5-2-15,0 0-6 16,0 2 1-16,9-6 4 16,13-4 13-16,5-5-17 15,0-14 2-15,0-7 14 16,-3 0-9-16,0-11-8 15,-1-20 0-15,-5-8-27 16,-5-2 26-16,-9-3-10 16,-4-2 11-16,0 2 19 15,-8 1-7-15,-13 11 11 16,6 11-5-16,-3 13-18 0,3 8 27 16,-3 0-27-16,-1 8 0 15,4 16-15-15,-1 3 16 16,10 6-1-16,4-3 0 15,2 0 6-15,0-2-9 16,18-4 3-16,11-7 0 16,8-5 10-16,3-7-10 15,5-5 4-15,-1-5-12 0,2-20 3 16,-4-8-12 0,-7-11-12-16,-2-5 5 0,-4-4 19 15,-2 3-8 1,-6 6 13-16,-8 4 0 0,-4 5 8 15,-4 1 4-15,-5 8 1 16,0 3-2-16,0 11 38 16,0 6-30-16,0 3 2 15,0 3-21-15,0 0 8 16,0 0-11-16,0 0 3 16,0 0 0-16,-3 5-14 15,-8 19 14-15,-2 12 0 16,-3 15-1-16,-2 15 4 15,-4 16-5-15,-3 8 2 16,0 10 0-16,2 7 1 0,-2 2 7 16,0 6 5-16,5-2 6 15,7-11-18-15,6-14 20 16,7-16-19-16,0-17 2 16,0-18 9-16,3-13-4 15,7-14-9-15,1-10 5 16,5 0 2-16,5-10 36 15,2-20-35-15,4-10-4 16,-2-6-3-16,-5-3-1 16,-2-9-17-16,-7-1 16 15,-6-3-43-15,-5-1 34 16,0 5-4-16,0 6-5 0,-14 9 15 16,-1 12-9-1,-6 4-2-15,0 12 7 0,-2 1-17 16,-2 5 23-16,9 5 3 15,6 0-1-15,7 4 49 16,3 0-17-16,0-4 13 16,7 0-2-16,15-5-38 15,7-3 11-15,5-5-16 16,-5 1-15-16,-2-2-5 16,-7-2-85-16,-9-1-56 15,-3-5-270-15</inkml:trace>
  <inkml:trace contextRef="#ctx0" brushRef="#br1" timeOffset="193615.91">22957 1816 276 0,'0'0'189'0,"0"0"-52"15,0 0-31-15,0 0-47 16,0 0 19-16,0 0-21 16,8-11-42-16,-8 11 7 15,2 0-22-15,0 0 0 16,0 0 1-16,3 1 1 16,-1 16-4-16,-2 5 1 15,2 5 1-15,1 2 14 16,-3-5-14-16,3-5 0 15,-3-4 2-15,0-9 3 16,1-4-5-16,-3-2 9 0,0 0-2 16,0 0 58-1,0-11-34-15,0-10-31 0,0-7 7 16,0 0-3-16,0 0-4 16,0 3 0-16,0 5 3 15,0 1-1-15,0 7-2 16,0 1 0-16,0 5 0 15,0 6 6-15,0 0-6 16,0 0 0-16,0 0-17 16,-9 0 13-16,-3 17-5 15,1 6 9-15,-3 10-9 16,6 0 14-16,4 8-5 16,1-2 0-16,3 0 0 0,0-1-2 15,0-6 2 1,11-4 0-16,5-8-5 0,4-10 5 15,4-8-24-15,5-2 19 16,5-4 4-16,-1-18-8 16,0-5-3-16,-4 1 7 15,0-6-3-15,-4 6 0 16,-4-6-3-16,-2 5 11 16,-5 3 0-16,-3 2 7 15,-4 6-7-15,-3 6 0 16,-4 5 23-16,0 3-23 15,0 2 0-15,0 0-6 0,0 7-6 16,0 15 7-16,-2 7 5 16,-5 5 0-16,3-3-5 15,4 1 7-15,0-6-2 16,0-4 0-16,0-6 4 16,0-6 0-16,6-4-4 15,6-6 0-15,3 0 18 16,3 0-16-16,5-8 7 15,0-11-9-15,2-4-23 16,0-3 1-16,-1-4-27 16,-3 0 23-16,-4 0 15 15,-3 4 13-15,-5 4-2 16,-3 5 16-16,-4 8 1 0,0 4 33 16,-2 5-44-1,0 0-4-15,0 0-4 0,0 5-18 16,0 11 20-16,-4 4 9 15,-7 2-7-15,2 0 18 16,0 4-19-16,3 2 1 16,1-2 4-16,5 0-3 15,0-2-3-15,0-2 0 16,0-6 7-16,15-2 3 16,2-8-7-16,-2-1 1 15,3-5 14-15,-1 0-9 16,4 0-6-16,3-11 3 15,3-11 1-15,0-5-5 0,0-5-2 16,-3-3 0-16,-2-7 6 16,1 1-3-1,-3 4-3-15,-1 6 0 16,0 12 3-16,-6 8-5 0,-2 11 2 16,-2 0 0-16,0 0-9 15,-3 12-19-15,4 11 24 16,-6 4-4-16,-4 2 16 15,0-1-8-15,0-3 0 16,-4 0 0-16,-12-4 5 16,-2-7 1-16,-2-2-6 15,0-5 0-15,2-5 5 16,0-2 2-16,5 0-3 16,1-21 0-16,4-8 22 0,6-2-21 15,-1 3 2 1,3 7 24-16,0 5-8 0,0 6 24 15,0 3-35-15,0 7-9 16,0 0-2-16,0 0-1 16,0 0 0-16,3 3-2 15,3 13-12-15,1 3 13 16,-2 4-2-16,4 0 3 16,-3 2 9-16,5-3-3 15,5 0-6-15,1-1 0 16,3-9 5-16,3-3-5 15,4-4 0-15,4-5 0 16,2-3-1-16,3-20 1 16,-1-12-8-16,-3-8-6 0,-3-4 0 15,-5-6 10-15,-3 3 4 16,-4 2 0-16,1 9-1 16,-5 0 2-16,1 3-1 15,-5 5 0-15,-5 6 9 16,-2 6-10-16,-2 5 1 15,0 9 0-15,0 3 7 16,0 2-7-16,0 0-4 16,0 0 1-16,0 0-11 15,-2 7 7-15,-9 7 7 16,-1 3 0-16,2 7-9 16,-3 5 14-16,1 10-5 15,1 5 0-15,0 11 8 0,4 1-13 16,0 2 5-16,7-2 0 15,0-10 4-15,0-10 3 16,0-10-7-16,3-8 2 16,5-8 9-16,2-6-11 15,3-4 0-15,5 0 0 16,7-6-11-16,1-15 4 16,3-8-57-16,-7 0-47 15,-1 3-111-15,-6-8-201 16</inkml:trace>
  <inkml:trace contextRef="#ctx0" brushRef="#br1" timeOffset="193834.78">24088 1784 203 0,'0'0'276'0,"0"0"-136"15,0 0-44-15,0 0 32 16,0 0-44-16,0 0-26 15,38-24 0-15,-5 8-32 16,3-2-12-16,-5 2-7 16,-4 4-12-16,-3 4 5 15,-4 3-57-15,-4 5-50 16,-3 0-150-16,-6 0-144 16</inkml:trace>
  <inkml:trace contextRef="#ctx0" brushRef="#br1" timeOffset="195947.57">24353 1855 188 0,'0'0'210'16,"0"0"-123"-16,0 0 40 16,0 0-37-16,0 0-5 15,0 0-24-15,-2 0-35 16,2 0-15-16,0 0-11 15,0 5-11-15,-5 14 6 0,3 9 5 16,2 4 2-16,0 2-2 16,0 2 6-16,0-6 5 15,0-4-9-15,2-8-1 16,11-4 11-16,3-5-10 16,-3-8 12-16,1-1 5 15,-5 0-15-15,3 0 30 16,-2-15-33-16,1-12 2 15,-1-4-6-15,-2-6-14 16,-1-5 14-16,-3-4-27 16,-2-3-4-16,-2 10 32 15,0 9-18-15,0 9 20 16,-4 14 21-16,-7 2-18 16,-1 5-3-16,0 0-2 15,-5 0-1-15,5 17-6 0,-5 0 7 16,4 5 2-16,5 4 8 15,-2 3-2-15,4 0 4 16,4 0 4-16,2-3-14 16,0-3 17-16,0-6-14 15,2-5-3-15,14-4 0 16,1-7-8-16,4-1 8 16,-1 0 39-16,4-12-34 15,3-11 16-15,-1-5-21 16,1-6 0-16,-2 0-5 0,-2 2 6 15,-2 4-1 1,-3 7 0-16,-7 10 1 0,-1 4-4 16,-6 7 3-16,-2 0-7 15,-2 3-25-15,0 23-35 16,0 10 67-16,0 4 25 16,0 3-22-16,0-6 19 15,0-4-17-15,0-10-5 16,0-7 4-16,0-8 6 15,0-4-10-15,0-4 6 16,0 0-2-16,7-7 42 16,3-20-35-16,7-4-10 15,-1-8-1-15,3-3 5 16,4 2-8-16,1 4 3 16,-2 7 0-16,0 9-1 0,-6 8 1 15,-5 10-6-15,-2 2-2 16,-5 0-2-16,4 9-2 15,-6 16-9-15,0 8 21 16,0 3 10-16,-2 2-6 16,0-5-3-16,0-4 6 15,0-5 1-15,0-10-8 16,0-4 0-16,0-6 5 16,0-4-1-16,0 0 2 15,0 0-5-15,0 0 21 16,0-10-20-16,4-15-2 15,13-7-14-15,2-6 0 0,3 1 5 16,3 1-3-16,0 4 12 16,-4 6-2-16,2 7-6 15,-5 7 8-15,-5 7 0 16,-4 2 6-16,-4 3-19 16,-1 0 12-16,-1 3-13 15,-3 14 7-15,0 4 14 16,0 6-3-16,0 6-1 15,0 2 1-15,0 4 12 16,2-6-15-16,2-1-1 16,3-7 1-16,1-4 10 15,4-9-11-15,1-5 0 16,1-5 4-16,-1-2 18 16,1 0-17-16,-1 0-1 15,1-9 3-15,3-10-4 0,3-6-3 16,-3 2 0-16,0-3 0 15,-2 3 0-15,-4 2 0 16,-2 1 0-16,-3 3-3 16,-1 5 3-16,-3 1 0 15,-2-3 0-15,0 0 2 16,0-5 6-16,0 4-4 16,0-2-4-16,0 5 3 15,-2 5 7-15,-3 2-10 16,3 5 11-16,0-2-9 15,0 2 11-15,0 0-13 16,0 0 0-16,-3 0 0 0,1 0-8 16,-3 0 7-16,-2 16-3 15,0 11 3-15,3 9-9 16,-2 8 10-16,6-1 0 16,2 0 0-16,0-8 6 15,0-6-6-15,7-9 5 16,7-8-4-16,1-8 19 15,3-4-17-15,2 0 18 16,4-7 8-16,3-16-28 16,-2-9 8-16,-1-4-9 15,-1-2 12-15,-8 2 6 16,-1 6 8-16,-8 5 19 16,-3 13 10-16,-1 4-46 0,-2 8 15 15,0 0-24-15,0 0 6 16,0 0-20-16,0 0 3 15,0 3 4-15,0 11 2 16,0 1-14-16,0-4 4 16,2-4-9-16,7-4-10 15,9-3 33-15,4 0-19 16,3-7-11-16,3-10 8 16,-3 1-23-16,-5 3 39 15,-7 5 6-15,-5 6 1 16,-6 2-9-16,0 0 8 15,-2 0-47-15,0 18 44 0,2 8-3 16,-2 3 7-16,0-2 10 16,0 0-4-16,0-3 26 15,0 0-24-15,0-2-2 16,0-2 6-16,0-4-4 16,0-6-8-16,2-6 3 15,9-4 5-15,5 0 13 16,1 0-8-16,6-20-3 15,2-8-3-15,-3-6-5 16,0-9-2-16,0 2 0 16,1-1 0-16,-1-2 2 15,-2 9-2-15,-6 10 0 16,-3 4 2-16,-5 11 8 16,-2 2 8-16,-2 6-7 15,-2 0-10-15,0 2 12 0,0 0-13 16,0 0-4-16,-12 0 3 15,-11 6-22-15,4 10 20 16,5 5 1-16,9 0-12 16,5 5 7-16,2 5-31 15,23 2 38-15,6 2-5 16,3 2 15-16,1 0-10 16,-6-3 0-16,-6-8 3 15,-10-8-11-15,-8-8 8 16,-5-3 0-16,0-2-4 0,0-3 13 15,-16 0 0 1,-17-2 26-16,-7 0-30 16,-7-2-5-16,5-12-19 15,5-2-92-15,9-5-127 0,8-2-437 16</inkml:trace>
  <inkml:trace contextRef="#ctx0" brushRef="#br1" timeOffset="197401.23">26672 1831 292 0,'0'0'167'0,"0"0"-127"16,0 0-37-16,0 0 9 15,0 0-4-15,0 0-8 16,0 14 43-16,-8 0-7 15,2 1 15-15,1 0-16 0,1-1 1 16,2-4 9-16,0-2-39 16,2-6 11-16,0-2-7 15,0 0 12-15,0 0 107 16,4-14-34-16,17-14-53 16,2-8-32-16,4 0-3 15,2 2-7-15,-2 5 0 16,-2 5 2-16,-3 7-6 15,-2 4 4-15,-6 6-1 16,-6 7-12-16,-1 0 13 16,-3 0-6-16,1 5-10 15,2 24 16-15,-5 7 4 16,-2 7-4-16,0 1 3 16,0-2 11-16,0-3-6 0,0-11-8 15,0-8 0-15,0-10 4 16,0-6-1-16,0-4-3 15,0 0 0-15,0 0 21 16,4-2-15-16,15-20 16 16,2-9-22-16,8-8 3 15,0-3-7-15,2 3-16 16,1 7 12-16,-6 6-6 16,1 8 13-16,-6 6 0 15,-6 7-1-15,-3 2 1 16,-6 3-16-16,0 0 17 15,-6 5-11-15,0 16 1 16,0 5 2-16,0 6 8 16,0 3 2-16,-8-4 4 0,-2 0 4 15,4-8-10-15,1-6 0 16,5-10-2-16,0-2 9 16,0-5-7-16,0 0 2 15,0 0 0-15,0 0 17 16,0-5-16-16,19-16-3 15,2-9 0-15,4-2-19 16,-2-3 4-16,-1 7-5 16,-3 5 11-16,0 5 0 15,-4 6 9-15,-3 3 0 16,-4 6-6-16,-3 3 8 16,-3 0-4-16,-2 0-12 15,2 3-1-15,-2 18 8 0,0 8 6 16,0 6 1-16,0 5 4 15,0 2 1-15,0-6-5 16,0-4 0-16,0-6 4 16,5-10 5-16,8-4 1 15,-2-8 30-15,5-4 28 16,-1 0-6-16,5-4-2 16,3-17-25-16,2-2-34 15,-4-3 18-15,2-9-19 16,-3 3-12-16,-3-2 6 0,0 1-103 15,-5 8-33-15,-2 4-192 16</inkml:trace>
  <inkml:trace contextRef="#ctx0" brushRef="#br1" timeOffset="198451.06">27795 1821 385 0,'0'0'147'15,"0"0"-103"-15,0 0-22 16,0 0 2-16,0 0 16 16,0 0-28-16,36-44 37 0,-36 44-12 15,0 0-17-15,0 0-4 16,0 0-16-16,0 0-17 15,0 7 15-15,0 7 4 16,0 2 12-16,0-4-14 16,0-3 0-16,0-4 2 15,0-5 2-15,0 0-4 16,0 0 5-16,0 0-2 16,0 0 22-16,0 0-11 15,0 0 12-15,0-12-12 16,0-7-13-16,0-1-1 15,0-1 0-15,-7 4 2 0,2-1 5 16,-2 2-7 0,1 1 20-16,2 7 27 0,-1 4-36 15,1 4 7-15,-6 0-18 16,0 0-6-16,-6 0 0 16,-4 12 5-16,2 10 1 15,-2 5-1-15,0 4 5 16,2 6-4-16,5-1 0 15,3 2 7-15,8-1-3 16,2-8-4-16,0-5 0 16,0-8 0-16,8-6-25 15,2-10-7-15,6 0 16 16,2 0 16-16,0-14 18 16,4-12-18-16,-2-8-27 15,0-5 18-15,0 2 13 0,-4 6-4 16,-3 9 15-16,-1 7 1 15,-6 8 29-15,-2 3-9 16,3 4-21-16,0 0 3 16,2 0-18-16,2 11 0 15,0 4 15-15,2 3-15 16,3-4 20-16,-3 0-20 16,0-3 3-16,3-5 20 15,-3-4-21-15,3-2 9 16,2 0 0-16,2-11-5 15,1-12 4-15,-2-9-10 16,1-3 0-16,-4-1-9 0,-3-4 3 16,-2-2 6-16,-3-4 0 15,-2-3 3-15,-4 3-3 16,0 7 7-16,-2 5 9 16,0 8 26-16,0 12-26 15,0 5 7-15,0 5-7 16,0 2-10-16,0 2 8 15,0 0-14-15,0 0-3 16,0 0-9-16,0 0 0 16,0 2 5-16,0 20 5 15,0 9 4-15,-6 5-4 0,-1 6 2 16,0 6 0 0,-2 6-1-16,3 2 4 0,-1 4-3 15,0-2 0-15,0-5 7 16,3-5-11-16,0-11 4 15,0-12 0-15,1-9-3 16,1-8 6-16,2-4-6 16,0-4-45-16,0 0-75 15,0 0 31-15,0-7-78 16,0-14-319-16</inkml:trace>
  <inkml:trace contextRef="#ctx0" brushRef="#br1" timeOffset="199674.08">28067 1751 409 0,'0'0'285'0,"0"0"-162"16,0 0-12 0,0 0-7-16,0 0-54 0,0 0-33 15,51-121-16-15,-22 107-1 16,2-1 0-16,2 6-14 16,1 3 14-16,-2 4-1 15,-6 2 4-15,-6 0-10 16,-9 0 1-16,-1 0-14 15,-10 2 7-15,0 8-39 16,0 2 31-16,0 4 17 16,-19 2 8-16,-5 2 1 15,-3 3-5-15,-4-3 4 16,1-1 1-16,5 0-3 16,0-10-2-16,7-3 0 15,9-1 9-15,5-5-9 16,4 0 9-16,0 0 22 0,0 0 31 15,0-3-46-15,0-6-7 16,11-2-1-16,-3 7-5 16,0 2-3-16,0 2 0 15,1 0 0-15,5 0-3 16,-3 2 3-16,1 13-1 16,-2 4-7-16,-3 9-16 15,-3 5 24-15,2-1 0 16,2 0 5-16,0-4-10 15,3-7 5-15,1-4-13 16,-1-9 10-16,4-8-14 0,3 0 17 16,5 0 0-1,-4-18-12-15,4-8 7 0,-3-6-26 16,-3-1-17-16,2-4 11 16,-3 3-2-16,-1 3 34 15,1 6 4-15,-3 2 2 16,0 7 25-16,-4 7-10 15,-2 4 21-15,-3 3 13 16,-4 0-29-16,0 2 0 16,0 0-21-16,0 0-26 15,0 0 14-15,0 2-16 16,0 16 28-16,0 5 0 16,0 6 9-16,0 3-9 0,-2 7 0 15,-2-2 1-15,4-2 0 16,0-3 0-16,0-11-1 15,0-4 4-15,0-7 5 16,10-5-16-16,4-5 7 16,4 0 0-16,2-9-2 15,3-16-10-15,-2-8-32 16,-1-5 19-16,1-2-24 16,0 0 36-16,2 9-4 15,-3 5 17-15,1 6-2 16,-6 8 5-16,-2 4 10 15,-6 8 16-15,-2 0-18 0,-3 0-11 16,-2 6-23-16,0 18 1 16,0 4 22-16,0 2 0 15,0 1 5-15,0-6-2 16,0 0 6-16,0-7-9 16,0-3 0-16,0-4 5 15,0-5 6-15,0-2-11 16,0-4 13-16,6 0 9 15,10-8-15-15,4-18-7 16,0-2-26-16,1-3 26 16,-4 3-10-16,1 0 11 15,1 4-1-15,0 2 0 16,-3 5 9-16,-1 2-9 16,-4 7 25-16,0 4-2 15,-6 4 5-15,-1 0-28 0,-2 0-2 16,0 0-6-16,0 4-26 15,1 14 34-15,-1 2 4 16,3 3-3-16,-1 0 17 16,3 2-13-16,-1 0-5 15,6 1 14-15,1-1 2 16,-2-6 27-16,1-7-3 16,-2-3-16-16,-1-7 58 15,5-2-28-15,1 0 5 16,3-18-10-16,3-13-47 15,-4-1 13-15,-3 2-15 0,-3-2-20 16,-3 0-12-16,-3 3-149 16,0 2-148-16</inkml:trace>
  <inkml:trace contextRef="#ctx0" brushRef="#br1" timeOffset="200577.2">29440 1624 0 0,'0'0'305'0,"0"0"-299"15,0 0 16-15,0 0-22 0,0 0 52 16,0 0 4 0,15 8 37-16,-13-8-1 0,-2 0-10 15,0 0-8-15,0 0-37 16,0 0 2-16,0 0-11 15,4 0-12-15,-4 0 40 16,0 0-32-16,0 0 2 16,0 0-26-16,0-8 16 15,0-3-7-15,0 2 3 16,-8 3-7-16,2 2 3 16,-3-2-8-16,-1 4-4 15,4-3 3-15,-1 5-14 16,1 0 15-16,-4 0-2 15,0 0-2-15,-3 5-5 0,-1 10 7 16,-1 6 2-16,-1 7-3 16,0 7 8-16,2 9-5 15,6 5 0-15,4-1 5 16,4-5-15-16,0-11 9 16,0-12-16-16,10-11 2 15,13-9 15-15,6-17 21 16,4-22-2-16,-2-7-7 15,-4-4-2-15,-8 8-2 16,-2 4 16-16,-6 8 14 16,0 8-31-16,-4 8 25 15,-3 9-1-15,0 0-16 16,-1 5 14-16,-3 0-29 16,2 0-7-16,-2 0 7 15,0 0-32-15,0 20 14 0,0 12 10 16,0 13 8-16,0 11-3 15,0 7 6-15,0 6-3 16,0 0 0-16,0-6 1 16,0-1-1-16,0-4 0 15,0-4 2-15,0-6-1 16,-5-4-1-16,3-7 0 16,-4-11 0-16,-1-5-8 15,3-4 8-15,0-2 0 16,-4-4 1-16,2 1 5 0,-1-4-6 15,3-2 0 1,0-2 0-16,-2 1 6 0,2-5-6 16,2 0 19-16,-5 0-8 15,-1 0 40-15,-4-9-18 16,-3-14-3-16,-1-12-9 16,3-7-16-16,6-6 6 15,5-5-2-15,2-1-8 16,0 3 16-16,13 0-17 15,12 3-3-15,4 2-3 16,6 2-25-16,3-1 12 16,0 4-42-16,-4 2-72 15,-10 6 45-15,-6 6-141 0,-11 4-116 16</inkml:trace>
  <inkml:trace contextRef="#ctx0" brushRef="#br1" timeOffset="200772.08">28851 1538 574 0,'0'0'402'0,"0"0"-357"16,0 0-45-16,0 0-145 15,0 0-128-15,0 0-211 0</inkml:trace>
  <inkml:trace contextRef="#ctx0" brushRef="#br1" timeOffset="204567.77">16750 2871 162 0,'0'-9'186'16,"0"1"-98"-16,0-1 20 16,0-1-28-16,0 5 22 15,0-2 14-15,0 3-18 16,0 2 7-16,0 2-35 0,0 0-38 16,0 0-11-1,0 0-20-15,0 0-2 0,0 14-7 16,0 20 8-16,-5 13 0 15,-6 8 0-15,-2 8 0 16,-4 1 13-16,2-2-3 16,1-1-7-16,2-8-2 15,3-9 8-15,1-13-1 16,4-13-8-16,2-9 0 16,2-9 8-16,0 0 1 15,0 0-2-15,0-12 37 16,0-20-19-16,18-8-16 15,9-4-9-15,6 5-3 16,5 5-6-16,2 5-34 16,3 11 0-16,-3 7 33 0,-3 8-35 15,-6 3 36-15,-6 0-23 16,-9 10 6-16,-5 9 24 16,-11 8-24-16,0 1 8 15,0 2-3-15,-25 2 21 16,-6-1-4-16,-6-4 4 15,1-3 0-15,-3-6 3 16,4-5 6-16,4-8-9 16,4-5 7-16,3 0-2 15,2-3 25-15,8-18-19 16,3-3 24-16,7 3 31 16,4 0-55-16,-3 7 25 0,3 4-8 15,0 6-19-15,0 0 22 16,0 4-31-16,0 0 0 15,0 0-13-15,0 0 13 16,0 0-1-16,0 0 0 16,0 12 0-16,7 11-7 15,6 6 8-15,-1 4 0 16,0 2 0-16,5-2 5 16,-2-1-5-16,5-8 0 15,0-6 5-15,2-9-19 16,7-4-2-16,0-5-4 15,4-10 7-15,6-23 13 16,-3-12-4-16,-5-5-4 0,-2-1 5 16,-10 5-5-16,-3 5 8 15,-5 8 0-15,1 8-3 16,-6 8 8-16,1 9-5 16,-5 4 0-16,0 1 8 15,-2 3-18-15,0 0 10 16,0 0-7-16,0 5-3 15,0 15 11-15,0 7-1 16,-4 4 2-16,-1 5 6 16,3 4-6-16,2-1-2 15,0-2 0-15,0-2-2 16,0-5 5-16,0-7-3 0,9-10 0 16,3-7 3-1,-2-6-5-15,9 0 10 16,0-8-8-16,6-18 12 15,2-11-7-15,0-2-10 0,-5-1 4 16,-5 0 1-16,2 5-4 16,-9 8 4-16,1 3 0 15,-1 4-3-15,-4 6 9 16,1 5-6-16,-5 3 0 16,-2 4 0-16,0 2-5 15,0 0 5-15,0 0-5 16,0 0-7-16,0 0-9 15,0 12 21-15,-9 7 0 16,5 6 5-16,0 3-9 16,1 7 4-16,3 2 0 0,0 0-12 15,0-3 16-15,13-8-5 16,6-10 1-16,2-12-5 16,4-4 5-16,4-9 8 15,0-18-8-15,-4-12 0 16,-1-3-25-16,-2 0 12 15,-2 3-8-15,1-2-4 16,-6 3 25-16,1 4-27 16,-3 2 27-16,-5 3-11 15,2 8 15-15,-3 7-4 0,-5 6 0 16,-2 5 7 0,0 3-20-16,0 0 6 0,0 0-10 15,0 0 8-15,0 9-1 16,-13 8 10-16,-3 3 0 15,1 6 4-15,-1 3-5 16,3 9 1-16,1 2 0 16,3 6-4-16,5 2 6 15,4-2-2-15,0-2 0 16,4-11 2-16,17-8-11 16,2-16 9-16,6-9 0 15,3 0 7-15,-1-25 1 16,3-8-8-16,-1-10 0 15,-1-3 0-15,-6-2-2 16,-2 2 2-16,-3 0 0 16,-3 4-3-16,-3-1 3 0,-1 6 0 15,-3 4 8-15,-5 13-6 16,-4 10 26-16,0 6-16 16,-2 4-6-16,0 0-6 15,0 0-25-15,0 0 11 16,0 12 14-16,0 10 0 15,-4 4 7-15,-5 6-7 16,1 3 0-16,-4 5-1 16,1 4 5-16,-3 4-4 15,4 5 0-15,1-4 2 16,-1-4 2-16,4-7-4 16,2-13 0-16,-1-10 16 15,3-9-11-15,2-4-1 16,0-2 5-16,0 0-2 15,0 0 64-15,0-18-10 0,9-12-39 16,9-13-13-16,7 2-9 16,0-2 0-16,7 3-4 15,-5 8-24-15,-1 6 18 16,-5 8-4-16,-6 6 14 16,-5 6-8-16,-6 6-8 15,-4 0 5-15,0 0-16 16,0 0-24-16,0 4 30 15,0 10 7-15,-14 4 6 16,-5-2 3-16,-2 3-10 16,-1-4 10-16,6-1 4 15,8-2-3-15,5-6-6 0,3-4 8 16,0 2-12-16,9 1 14 16,14 0 12-16,1 6 20 15,2 0-17-15,1 3-11 16,0-2 8-16,-2 5-12 15,-6-6 0-15,2-3 3 16,-5-3-3-16,-3-5-17 16,-3 0-3-16,-2-2-93 15,-4-16-103-15,-4-10-403 16</inkml:trace>
  <inkml:trace contextRef="#ctx0" brushRef="#br1" timeOffset="205500.35">18854 3042 72 0,'0'0'274'16,"0"0"-122"-16,0 0-7 16,0 0-63-16,0 0-16 15,0 0 60-15,0 0-84 16,42-86 7-16,-42 86 4 16,0 0-34-16,0 0-11 15,0 0-8-15,0 11-18 16,0 14 18-16,0 4 3 15,0 7 22-15,-5 5-14 16,-3-1-6-16,1 2 7 16,-1-2-12-16,0-6 0 0,2-8 3 15,1-8 2-15,5-10-5 16,0-4 0-16,0-4 9 16,0 0 10-16,0 0-4 15,11-16 5-15,12-5 17 16,6-6-34-16,0 3-3 15,0 2 0-15,0 6-19 16,0 8-2-16,-5 3-33 16,-2 5 10-16,-6 0 30 15,-7 0-37-15,-5 5 12 16,-2 7 12-16,-2 5-40 16,0-5 53-16,-11 5 14 0,-9-3 6 15,1 1 39-15,-4-3-36 16,3-3 23-16,0-1 4 15,2-6-15-15,3-2 36 16,-3 0-15-16,2 0-5 16,3 0 18-16,2-12-33 15,1 0-4-15,2 2-12 16,3 2 4-16,1 4-20 16,4 4-22-16,0 0-60 15,0 0-25-15,0 0-121 16,11 0-194-16</inkml:trace>
  <inkml:trace contextRef="#ctx0" brushRef="#br1" timeOffset="206321.43">19302 3159 361 0,'0'0'215'15,"0"0"-98"-15,0 0-38 16,0 0-17-16,0 0 14 16,0 0-48-16,0-15-28 15,0 15 0-15,0 0-13 16,-9 15 12-16,0 4 1 16,0 5 0-16,3 6 11 0,6 2-9 15,0 2 11-15,0-1 2 16,0-1-15-16,13 0 23 15,7-9-23-15,2-4 1 16,0-9 17-16,-2-8-18 16,3-2 0-16,-6 0 29 15,4-22-25-15,1-7 13 16,-5-5-17-16,-3-2 0 16,-3 2 0-16,-2 4 0 15,-7 3 0-15,-2 2 6 16,0 9-2-16,0 5 16 15,0 6-8-15,0 3-7 0,-4 0 9 16,-3 2-11 0,-1 0-3-16,1 0 0 15,2 0-13-15,0 0 10 0,5 8-34 16,0 0-20-16,0-4 43 16,3 0-18-16,17-4 14 15,9 0 12-15,2 0 12 16,3 0-5-16,-1-4-1 15,-2-1-3-15,-4-4-12 16,-5 3 19-16,-6 1-4 16,-7 5 0-16,-5 0-3 15,-4 0 3-15,0 0-32 16,0 11 1-16,0 13 31 16,0 8 5-16,-11 5 13 0,0 4 3 15,2 2-14-15,3-4 22 16,1-5-16-16,5-4-6 15,0-11 23-15,0-5-27 16,0-9 9-16,2-3 3 16,9-2-4-16,5 0 27 15,4-23-14-15,-2-14-23 16,-3-5 10-16,-6-3-6 16,-7-4-5-16,-2 7 8 15,0 7-7-15,-4 6 41 16,-11 11-9-16,-1 7-22 15,-2 11 3-15,0 0-14 16,-7 3-7-16,-1 21 2 16,-6 7-78-16,1 0-20 0,5 5-50 15,4-6-149-15,6-7-193 16</inkml:trace>
  <inkml:trace contextRef="#ctx0" brushRef="#br1" timeOffset="206638.25">19466 3263 60 0,'0'0'283'15,"0"0"-89"-15,0 0-65 16,0 0-25-16,0 0-11 16,0 0-18-16,-4-87-35 15,0 85 13-15,-5 2-53 16,-5 0-1-16,-5 0-13 16,-6 18-1-16,0 4-14 15,1 4-29-15,-1 0-63 16,3 2-16-16,4-3-124 15,7-7-65-15</inkml:trace>
  <inkml:trace contextRef="#ctx0" brushRef="#br1" timeOffset="208295.78">20000 3084 323 0,'0'0'163'0,"0"0"-41"16,0 0-41-16,0 0-22 16,0 0-6-16,0 0 44 15,-3-75-54-15,6 72 4 16,-3 3 17-16,2 0-24 15,-2 0 11-15,0 0-51 16,0 0-13-16,0 1-5 16,0 24-16-16,0 10 34 15,-2 11 9-15,-10 5 0 16,-1 5-7-16,0 2-2 16,-1-2 1-16,3-3 1 15,0-10-1-15,4-14-1 0,3-9 0 16,2-11 8-16,-1-6-8 15,3-3 4-15,0 0 2 16,0-8 81-16,9-19-49 16,14-6-28-16,3-8-1 15,3 1 0-15,1 3-18 16,1 2 9-16,-2 7-30 16,-2 6 14-16,-10 10-47 15,-5 4 18-15,-6 8 3 16,-6 0-43-16,0 0-36 15,0 0-76-15,-2 10 100 16,-16 4 96-16,-7 0 2 16,-2-2 3-16,1 2 6 0,2-3-9 15,5 1 17-15,8-5 7 16,7 0-2-16,4-2 5 16,0 2-3-16,0 3 29 15,15 4 7-15,10 4-31 16,2 1 2-16,2 3-25 15,0-1-2-15,2-3 12 16,-2-4-11-16,-4-8-5 16,-1-6-1-16,-4 0-13 15,0-6 10-15,-2-16-5 16,0-7-27-16,-7-2 31 16,-3 1 8-16,0 3 0 0,-4 1 25 15,0 5-7-15,-2 0 9 16,1 3-5-16,1 6-5 15,-4 6 29-15,2 2-28 16,-2 2-6-16,0 2-15 16,0 0-1-16,0 0-4 15,0 0-28-15,0 10 11 16,0 10 15-16,0 4 9 16,0 4-3-16,2 0 1 15,4 0 10-15,0-2-11 16,1-3 0-16,-1-10 2 15,4-4 18-15,-4-8-17 16,5-1 0-16,3 0 24 16,3-14-24-16,3-11 3 15,3-8-6-15,-1 1-5 0,0 1-10 16,-2 2 15-16,0 5 0 16,-4 7-3-16,-3 4 7 15,-1 6-4-15,-6 4 0 16,-4 1 8-16,3 2-16 15,-5 0 5-15,2 0-26 16,0 16 29-16,-2 5-1 16,0 8 1-16,0 0 11 15,0 6-9-15,0-3 16 16,0-3-17-16,0-5-1 0,0-9 1 16,0-7 12-16,0-1-13 15,0-7 5-15,0 0-4 16,2 0 40-1,12-8-15-15,1-14-11 0,3-4-15 16,3-5-4-16,0-1-6 16,2 1-13-16,-1 0-6 15,0 7 24-15,-4 4-8 16,0 5 13-16,-5 6-5 16,-6 4 1-16,-3 5 2 15,-1 0 2-15,-3 0-23 16,0 0 19-16,0 11-6 15,0 9 10-15,0 4 30 16,3 2-27-16,-1 0 15 16,2-6-1-16,0-4-14 0,3-6 27 15,-1-6-6-15,2 1 16 16,0-5 12-16,3 0-27 16,7 0 15-16,0-7-29 15,6-9-8-15,-1 0 8 16,-1 0-11-16,-2 1-17 15,-2 2-14-15,-3 1-88 16,-1 3-47-16,-1 4-154 16,-1 1-374-16</inkml:trace>
  <inkml:trace contextRef="#ctx0" brushRef="#br1" timeOffset="209127.66">21232 3192 225 0,'0'0'377'0,"0"0"-241"16,0 0-79-16,0 0-34 16,0 0 30-16,0 0-44 15,9-21-1-15,-9 21 4 16,0 0-11-16,0 0 39 16,0-3 9-16,0 1-30 15,0 0 20-15,0-3-34 16,0 0-1-16,0-3-4 15,0-4-2-15,0 0 2 16,-2 0 12-16,-7 0-10 0,0 4 24 16,3 5-21-1,-3-3 10-15,1 5-5 0,0-1-7 16,-1 2 5-16,-3 0-8 16,-1 0-1-16,-3 0-13 15,1 3 14-15,-1 14 0 16,3 3-6-16,2 1 5 15,2 6-3-15,7 1 4 16,2 0-11-16,0-4 6 16,0-6-10-16,2-7 4 15,12-6 9-15,3-5 2 16,3 0 14-16,5-16 26 0,0-8-31 16,-4 1 15-16,0-3-17 15,-3 3 12-15,-3 1-6 16,-4 8-9-16,-4 2 19 15,0 5-10-15,-5 4-10 16,-2 1 28-16,0 2-31 16,0 0-10-16,0 0 9 15,0 0-31-15,0 19 25 16,0 10 7-16,0 7 0 16,0 10 3-16,0 12-2 15,0 9-1-15,-4 2 0 16,-3 4 7-16,2-3-7 15,1-6 0-15,-1-4 2 16,3-3-1-16,0-6 3 16,0-4-4-16,2-6 7 0,-4-10 3 15,1-9-10-15,-1-6 0 16,-1-6 3-16,3-4 3 16,-3-4-5-16,-3 0-1 15,-6-2 27-15,-4 0-20 16,-2 0 19-16,3-5-8 15,-1-18-11-15,5-5 38 16,5-12-30-16,8-8 3 16,0-10-5-16,12-4-9 15,17-3-4-15,6-1 0 16,3 0 0-16,0-1-9 16,0 3-15-16,-6 10-12 0,-9 12-15 15,-7 10-106-15,-9 8-36 16,-7 4-155-16</inkml:trace>
  <inkml:trace contextRef="#ctx0" brushRef="#br1" timeOffset="209329.55">20597 2984 843 0,'0'0'198'16,"0"0"-120"-16,0 0-78 16,0 0-2-16,0 0-78 0,0 0-26 15,26 10-137-15,-20 0-361 16</inkml:trace>
  <inkml:trace contextRef="#ctx0" brushRef="#br1" timeOffset="-213316.05">12837 12869 47 0,'0'0'0'0,"0"0"-47"15</inkml:trace>
  <inkml:trace contextRef="#ctx0" brushRef="#br1" timeOffset="-199871.81">22008 3349 214 0,'0'0'290'0,"0"0"-103"15,0 0-79-15,0 0-8 16,0 0-54-16,0 0-17 16,0 0-5-16,0 1-17 15,0 1-7-15,0-2 12 16,0 0-9-16,0 0 15 15,0 0-15-15,0 0 6 16,0 0 47-16,4 0-28 16,10-14 21-16,3-10-25 15,10-8-7-15,0-2-7 16,0 0-10-16,0 2 0 0,-6 2-10 16,-2 3 10-1,-6 10 0-15,-2 1-1 0,-4 5 4 16,-3 6-11-1,-4 3 8-15,0 2-12 0,0 0 7 16,0 0-25-16,0 0 28 16,0 6 1-16,0 15 1 15,-8 5-2-15,1 9 2 16,3 3 0-16,4 0-9 16,0-1 16-16,0-2-7 15,0-11 0-15,2-6 6 16,4-10-6-16,1-8 0 15,6 0 0-15,5-8 16 0,5-16-13 16,1-8 4-16,0-1-7 16,1-4-11-16,-3 3 8 15,-1 6-21-15,-6 6 18 16,-1 7-11-16,-3 8 19 16,-7 3-2-16,0 4 0 15,-2 0-22-15,0 0 13 16,1 8-31-16,2 14 38 15,-5 8-15-15,0 4 23 16,0 0-6-16,0 0 0 16,0-2 8-16,0-5-1 15,0-5-7-15,0-10 0 16,0-6 0-16,0-4 5 16,0-2-5-16,0 0 16 15,0 0-10-15,0-10 28 16,13-10-34-16,5-8 4 0,4-5-8 15,2-3 4-15,1 1-4 16,0 3 4-16,-8 6 0 16,-1 9 0-16,-3 2 0 15,-1 6 0-15,-6 4-9 16,1 2 11-16,-5 3-2 16,-2 0 0-16,2 0-22 15,-2 0 14-15,2 0-16 16,-2 14 24-16,2 6 8 15,-2 7-2-15,0 2 4 0,6 1-1 16,-2 0-2 0,7-3 9-16,3-9-10 0,1-7-5 15,5-6 38-15,7-5-31 16,6-7 22-16,5-23-30 16,2-10-10-16,-7-4-48 15,-8 0-75-15,-9-2-103 16,-9 0-221-16</inkml:trace>
  <inkml:trace contextRef="#ctx0" brushRef="#br1" timeOffset="-199586.29">22764 2775 362 0,'0'0'230'0,"0"0"-163"16,0 0-59-1,0 0-3-15,0 0 17 0,0 0-14 16,-45 48 23-16,45-48-18 16,0 0 27-16,0 0 77 15,0 0-20-15,0-4-17 16,0-10-61-16,0-4-17 16,0 4 32-16,0-2-20 15,0 8-13-15,-3 2-1 16,-7 6-23-16,-3 0-95 15,-1 20-50-15,3 16-17 16,7 2-102-16,4 4-75 0</inkml:trace>
  <inkml:trace contextRef="#ctx0" brushRef="#br1" timeOffset="-197455.81">23526 3124 134 0,'0'0'250'16,"0"0"-168"-16,0 0-35 16,0 0-19-16,0 0 0 15,0 0 30-15,6-11-28 16,-6 11 20-16,0 0 31 0,0 0-13 16,0 0-2-16,0 0-62 15,0 0 5-15,0 0-12 16,3 0 3-16,-3 0 0 15,0 0 0-15,0 0-22 16,0 0 3-16,2 0-27 16,0 0 21-16,1 0 12 15,-1 0-51-15,0 0 35 16,3 0-7-16,1 0-30 16,3 0 10-16,-2 3-14 15,2 1 21-15,-3 1 42 16,-3 2-36-16,1 0 31 15,0 4 1-15,-2-2 8 16,4 6 3-16,-4-4 14 0,0-2 18 16,0-1 32-16,-2-4-40 15,2-2 27-15,-2 0-1 16,0-2-9-16,0 0 38 16,0 0-9-16,0 0-3 15,0 0 27-15,0-4-52 16,0-10-27-16,-4-4-14 15,-8-2 9-15,4 0-5 16,-3-1-5-16,-1 6 0 16,1-2 19-16,-2 8-12 15,-1 1-6-15,1 1-1 16,-3 7 4-16,1 0-12 16,-3 0 8-16,-2 0 0 15,0 17-16-15,0 7 12 16,5 3 4-16,-1 7 0 0,7 1 4 15,9 1-13-15,0-3 9 16,0-5-33-16,0-9 29 16,13-6-38-16,3-10 23 15,1-3 19-15,4-2 9 16,3-24 25-16,3-9-30 16,7-6-2-16,-3-3 3 15,0-2 1-15,-2 2-6 16,-2 4 0-16,-8-4 9 15,-1 2-9-15,-7 1 0 0,-1 3 7 16,-8 6 25-16,-2 4-30 16,0 4 10-1,0 9 4-15,0 8-15 0,0 5 0 16,0 2-1-16,0 0 0 16,0 0-14-16,0 0 14 15,-7 0 0-15,-2 12 0 16,-4 10 4-16,3 4-11 15,0 8 7-15,1 9 0 16,5 3-3-16,1 2 7 16,3 1-4-16,0 0 0 15,0-9 7-15,0-2-11 16,9-12 4-16,2-8 0 0,-1-7 26 16,2-10-19-1,1-1 38-15,6 0 11 0,1-4-47 16,2-13 15-16,2-6-24 15,-1 0-56-15,-3 0-32 16,-5 2-130-16,-4 7-74 16</inkml:trace>
  <inkml:trace contextRef="#ctx0" brushRef="#br1" timeOffset="-196824.59">23437 3122 78 0,'0'0'117'16,"0"0"-10"-16,0 0-7 16,0 0-27-16,0 0-39 15,0 0 8-15,0-2-27 16,0 2-15-16,-2 0 0 15,-1 0-34-15,-1 0 34 0,-2 0 6 16,0 0-3-16,2 0 11 16,2 0-13-16,2 2 1 15,0-2 27-15,0 0-21 16,0 0 7-16,0 0-2 16,0 0-13-16,0 0 20 15,0 0-6-15,-2 0 8 16,2 0 30-16,-2 0-39 15,-1 0-10-15,-3 0-3 16,-4 0-76-16,-3-2-109 16,-3 0-198-16</inkml:trace>
  <inkml:trace contextRef="#ctx0" brushRef="#br1" timeOffset="-195972.73">23239 3180 25 0,'0'0'87'0,"0"0"-65"16,0 0 41-16,0 0-40 15,0 0 23-15,0 0 12 16,19-28-33-16,-17 26 30 0,-2 2-29 15,0 0-26 1,0 0-15-16,3 0-7 0,-1 0 22 16,0 0 16-16,1 4-9 15,-1 1 11-15,5-5 1 16,-3 3-1-16,0-1 6 16,1-2-1-16,-1 0-21 15,-1 0 23-15,-3 0-1 16,0 0 15-16,0 0 8 15,0-2-33-15,0-6 24 16,0-7-11-16,0 3-22 16,0 1 25-16,0-1-22 15,0 4 34-15,0 0 2 16,0 0-19-16,0 2 13 16,0 1-24-16,-5 2-3 15,-2-1 5-15,-1 4-13 16,-1 0-3-16,-3 0 0 0,2 0-1 15,-7 0-6-15,5 5 7 16,-2 6 0-16,-2 3-7 16,3 7 8-16,2-2-1 15,2 8 0-15,3-1 4 16,-2 6-11-16,4-3 7 16,4 0 0-16,0 1-11 15,0-9 1-15,0-5-13 16,0-8-10-16,0-6-11 15,0-2 16-15,2 0 4 0,10 0 24 16,1-18 13 0,1-2-13-16,1-3-7 0,-1-2 0 15,1 3-19-15,-4 0 13 16,3 0 10-16,-6 4 3 16,1 2 4-16,0 4 7 15,-2 2-11-15,-5 4 0 16,0 4 2-16,-2 0-10 15,0 2 6-15,0 0-20 16,0 0 17-16,0 0-39 16,0 4 44-16,0 10 6 15,0 5-3-15,0-2 4 16,0 5-7-16,9 0 2 0,5 4 11 16,-1-2-11-1,5-4 6-15,7-3 6 0,-2-13-12 16,14-4-4-16,0 0-4 15,3-22-188-15,3-11-196 16</inkml:trace>
  <inkml:trace contextRef="#ctx0" brushRef="#br1" timeOffset="-195417.85">23871 3116 255 0,'0'0'193'0,"0"0"-106"16,0 0 16-16,0 0 7 16,0 0-23-16,0 0-13 15,0-35-6-15,0 34 1 0,0-3 14 16,0 2-51 0,-2 2 15-16,2 0-37 0,0 0 2 15,0 0-24 1,0 0 9-16,0 16 2 0,0 10-17 15,0 4 18-15,0 0-4 16,0-1-3-16,0-5-5 16,7-5-1-16,0-7 11 15,-3-6 2-15,1-6-12 16,-1 0 15-16,4 0-3 16,9-22 40-16,1-5-36 15,-1-6 16-15,1-1-20 16,-5 2 0-16,1 2 38 15,-5 4-35-15,-5 6 8 16,0 8-9-16,-1 3 9 0,-3 8-21 16,0 1 10-16,0 0-125 15,0 0-62-15,0 10-211 16,0 2-122-16</inkml:trace>
  <inkml:trace contextRef="#ctx0" brushRef="#br1" timeOffset="-193571.38">24288 3090 502 0,'0'0'231'0,"0"0"-231"16,0 0 0-16,0 0-48 15,0 0 44-15,0 0 3 0,23 0 1 16,-23 4-45-16,0 0 45 15,0 2 14-15,0 3-12 16,2-4 10-16,-2-1-12 16,2-2 0-16,-2-2 16 15,0 0-1-15,0 0 24 16,0 0 11-16,0 0-10 16,0-2-8-16,0-7-32 15,0-4 0-15,-2 3 3 16,-4 0-1-16,1 4-2 15,-2-1 16-15,2 2 1 16,-1 0 8-16,-1 3-13 0,1-3-10 16,1 3 11-16,-4 2-10 15,0 0-5-15,-2 0 2 16,-2 2-6-16,0 10-4 16,-3 4 9-16,5 4 1 15,-1 2-5-15,4 4 9 16,1-1-4-16,3 2 0 15,4-3 0-15,0-6 0 16,0-2 0-16,2-4-29 16,9-5 16-16,3-7-17 15,3 0 30-15,1-2 9 16,2-21 2-16,4-10 13 16,1-4-23-16,0-1-1 15,-3 2 16-15,-2 10-15 16,-2 3 23-16,-5 8-8 0,-5 7-1 15,0 4 8-15,-4 4-23 16,-2 0-8-16,1 0 5 16,-3 13-45-16,0 10 48 15,0 3 8-15,0 0-7 16,0-2 11-16,0 2-12 16,2-9 0-16,2 3 5 15,0-8 0-15,4-3-5 16,-2-5 0-16,3-4 4 15,2 0 20-15,3-1-22 0,1-16 6 16,1-1-8-16,2 0-4 16,-1-2-10-16,1-2-8 15,2 1 2-15,0 2 16 16,1 3 4-16,-4 4 0 16,-3 1 41-16,-6 8-38 15,-1 3 12-15,-5 0-15 16,2 0-20-16,-4 8 19 15,0 12-11-15,0 1 12 16,0 2 6-16,0-5 2 16,0-1-8-16,0-5 0 15,4-5 2-15,2-3 8 16,-2-1-10-16,3-3 0 16,5 0 17-16,3 0-7 0,3-17 6 15,4-7-16-15,-2 0 3 16,2 0 3-16,-2 2-6 15,-4 3 0-15,-1 6 12 16,-5 5-5-16,-4 4 6 16,-2 4-13-16,1 0 5 15,-1 0-11-15,0 9-1 16,0 9 7-16,-4 6-6 16,0 1 9-16,0-4-3 15,2 0 0-15,2-5 5 16,2-4-2-16,-1-4-3 15,1-7 0-15,4-1 8 16,-2 0 3-16,11 0-7 0,-2-19-4 16,10-8-20-16,0-2 8 15,0-1-36-15,-1 2 24 16,-2 1 13-16,-1 6 17 16,-3 6-6-16,-5 7 13 15,-3 4-10-15,-6 4 20 16,-1 0-23-16,-3 0 0 15,0 4-9-15,-2 12 20 16,0 7-11-16,0-1 6 16,0 0-1-16,0-5 5 15,0-4-10-15,0-6 0 16,0-4-1-16,0-3 6 16,0 0-5-16,0 0 9 0,0 0-6 15,0-4-6 1,0-15-20-16,0-5-46 0,0-1 26 15,0-3 1-15,0 1 36 16,0 6 5-16,0 4 2 16,0 9 23-16,0 7 17 15,0 1-21-15,0 0-9 16,0 0-11-16,-4 0-7 16,-9 8 6-16,-3 12 1 15,-1 2-7-15,3 4 7 16,3 0 0-16,4 4-3 15,7 0 11-15,0 3-8 0,0-2 0 16,11-2 6-16,14-4-1 16,6-9-5-16,2-5 0 15,5-11-13-15,2 0 11 16,-2-11 2-16,2-10 0 16,-2-4 9-16,-5 1 0 15,-2-2-9-15,-6 0 0 16,-4 2-8-16,-9 4 17 15,0 2-10-15,-5 1 1 16,-3 4 0-16,0 3 5 16,-4 0-5-16,2-1 0 15,-2 4-4-15,0-2 10 16,0 0-6-16,0-1 1 0,-4 3 4 16,-2 2 4-1,-1 1-9-15,0 1 0 0,0 2-8 16,3 1 4-16,-2 0-3 15,-1 0-4-15,0 18 5 16,2 3-6-16,5 6 9 16,0 1 3-16,0 0 9 15,0-4 10-15,12-2 15 16,5-6 18-16,4-4 7 16,1-4 34-16,0-4-43 15,0-4-24-15,-1 0 27 16,0-10-52-16,0-13 11 15,1 0-12-15,-1-5-14 16,-6 1-29-16,-2 1-128 0,-4 1-116 16,2 2-403-16</inkml:trace>
  <inkml:trace contextRef="#ctx0" brushRef="#br1" timeOffset="-193428.47">26061 2984 1208 0,'0'0'112'0,"0"0"-104"16,0 0-5-16,0 0-3 15,0 0-119-15,0 0-321 16</inkml:trace>
  <inkml:trace contextRef="#ctx0" brushRef="#br1" timeOffset="-191135.75">16420 4367 13 0,'0'0'369'0,"0"0"-232"16,0 0-92-16,0 0-43 16,0 0 1-16,0 0 0 15,0 0 13-15,-5 10 52 16,5 18-32-16,0 15 9 15,-2 13 12-15,-5 18-7 16,0 14 12-16,1 10-20 16,-3 10-25-16,-1 3 9 15,0-5-19-15,1-13-7 16,-3-18 0-16,4-16-36 16,1-17-58-16,1-14-88 15,1-19-107-15,5-9-96 16</inkml:trace>
  <inkml:trace contextRef="#ctx0" brushRef="#br1" timeOffset="-190105.87">16310 4823 18 0,'0'0'273'0,"0"0"-84"16,0 0-74-16,0 0-30 15,0 0-12-15,0 0-19 16,2-167-2-16,12 157-32 15,3 4-18-15,4 0 14 16,1 4-12-16,1 2 0 16,0 0-8-16,2 22-15 0,0 8 19 15,-5 3 10 1,-2-1-6-16,-4-6 10 0,-6-3-10 16,-1-9-3-1,-3-10 26-15,-2-1-24 0,0-3 35 16,6 0 39-16,-2-5-2 15,5-11-16-15,3-7-57 16,-1 0-1-16,3-3 11 16,1-2-10-16,1 1-3 15,0 2 1-15,0 3-8 16,-5 6-1-16,1 4 9 16,-3 3 0-16,-2 6-10 15,-5 1 10-15,-1 2-7 16,-1 0-8-16,0 0-24 15,0 2 25-15,0 14-11 0,-2 8 17 16,0 4-12-16,2 2 29 16,3 5-9-16,4-3 0 15,0-1 6-15,2-1 5 16,1-6-11-16,-2-8 0 16,1-6-4-16,3-10-4 15,1 0 3-15,1-4 2 16,-3-19-12-16,-1-8 15 15,-6-3-12-15,-6-4 12 16,0-1-8-16,0-4 12 16,-18 1-4-16,1 6 0 15,-4 9 4-15,5 12 32 0,6 8-31 16,-8 7-3-16,4 0-4 16,-1 15-8-16,4 9 9 15,4 3 1-15,7 2 0 16,0-3 1-16,2-4-1 15,21-6 0-15,6-5-7 16,4-6 16-16,5-5 1 16,9 0-7-16,-1-2 1 15,-1-16-8-15,-3-6-31 16,-8-4 20-16,-3-3 1 16,-6 0 23-16,-3-6-9 15,-7 4 2-15,-3-1 0 16,-3 3 47-16,-5 7-34 15,-2 4-2-15,-2 8 19 16,2 4-28-16,-2 6 8 0,0 0-10 16,0 2 9-16,0 0-22 15,0 0 4-15,0 0-15 16,0 0 16-16,0 0-12 16,0 8 18-16,0 13 0 15,-4 4 6-15,-2 11-1 16,1 7-5-16,3 4 0 15,0 4 18-15,2-1-13 16,0-2 5-16,0-6 11 16,2-4-20-16,7-8 20 15,-1-5-21-15,-1-7 0 16,2-9 11-16,-2-4-1 0,1-5-7 16,9 0-1-1,0-9 0-15,10-13-2 0,0-6-91 16,-1-2-25-16,1-2-75 15,-6 1-110-15</inkml:trace>
  <inkml:trace contextRef="#ctx0" brushRef="#br1" timeOffset="-189900.99">17215 4542 389 0,'0'0'347'16,"0"0"-185"-16,0 0-10 15,0 0-64-15,0 0-27 0,0 0-37 16,33-21-20 0,-6 11 11-16,2-2-15 0,-2 5-7 15,0-4-27-15,0 8-62 16,-5 3-48-16,0 0-139 16,-8 0-209-16</inkml:trace>
  <inkml:trace contextRef="#ctx0" brushRef="#br1" timeOffset="-188650.73">17338 4846 113 0,'0'0'290'0,"0"0"-182"0,0 0 0 16,0 0-53-16,0 0 1 15,0 0 1-15,56-48-21 16,-34 41 20-16,3-6-19 16,-4 3-7-16,0-2 12 15,-1 2-37-15,0-2 8 16,0 2-13-16,0-2 7 16,0 3-12-16,-2-3 5 15,-5-1-43-15,-1 3 3 16,-6 1-24-16,-4-2 35 15,-2 1 5-15,0 0 10 16,0 0 13-16,-10 2 2 0,-6 2 6 16,0 3 22-16,-2 3-21 15,0 0 10-15,1 0-18 16,-2 0 6-16,0 5-4 16,1 7 1-16,0-2-3 15,3 4 32-15,3 3-23 16,5 4 21-16,7 5-7 15,0 0-12-15,0 0 14 16,5-2-25-16,13-4 1 16,4-8 28-16,-2-2-26 15,2-10-2-15,1 0 12 16,-1 0-11-16,2-12 13 0,-1-9-15 16,1-4 0-1,1-1-7-15,0-4-19 0,-4 0 17 16,0 4 4-16,-3 4 5 15,-3 3-1-15,-2 10 1 16,1 5 0-16,-8 4-13 16,1 0 6-16,0 0-3 15,-2 8 7-15,-3 9-1 16,-2 4 4-16,0 1 1 16,0 1 7-16,0-4 25 15,0 0-25-15,-2-6 5 16,0-1-6-16,-1-3-3 15,3-6 9-15,0-1-13 0,0-2 0 16,0 0 16-16,0 0-15 16,5-5 13-16,10-12-6 15,5-5 2-15,3 1-7 16,-2-4-3-16,6 1 0 16,-4 4-9-16,-3 4 12 15,-3 8-6-15,0 2-11 16,-7 6 14-16,1 0 2 15,3 0-2-15,-5 2 0 16,2 12 6-16,-2 6 3 16,-3 2-9-16,1 0 9 15,0 0-8-15,0-2 17 0,-1-4-18 16,3-6 0-16,-3-4 5 16,2-3 5-16,5-3-8 15,1 0 24-15,3-7-18 16,1-9 10-16,0-5-18 15,0-4-5-15,-3-5 1 16,1-4-14-16,-5-2 18 16,0-6 0-16,-4-1 1 15,-1 3-1-15,1 0 0 16,-5 8 0-16,1 4-1 16,-3 10 10-16,0 6-9 15,0 6 4-15,0 3 0 16,0 0 26-16,0 1-30 15,0 2 2-15,0 0-4 16,0 0 2-16,0 0-2 0,0 0-1 16,0 0-1-16,0 0-6 15,0 10 10-15,0 12 0 16,0 6-6-16,0 10 10 16,-3 4-4-16,1 6 0 15,0 1 2-15,2-5-3 16,0-2 1-16,0-8 0 15,4-6 24-15,10-6-16 16,-3-9-3-16,5-2-5 16,-1-9 9-16,1-2 11 15,1 0-20-15,4-7-4 16,-5-13-19-16,-3-4-89 0,-7-5-65 16,-4-1-153-16</inkml:trace>
  <inkml:trace contextRef="#ctx0" brushRef="#br1" timeOffset="-188453.8">18164 4516 338 0,'0'0'346'16,"0"0"-166"-16,0 0-6 16,0 0-94-16,0 0-56 15,0 0 25-15,97-79-36 16,-59 62-13-16,2 0 0 15,-5 5-15-15,-2 4-30 0,-4 4-56 16,-4 4-133-16,-7 0-133 16</inkml:trace>
  <inkml:trace contextRef="#ctx0" brushRef="#br1" timeOffset="-186926.44">18376 4732 51 0,'0'0'205'0,"0"0"-95"15,0 0 50-15,0 0-9 0,0 0-60 16,0 0-22 0,45-24-37-16,-24 8 19 0,-4-5-35 15,1 4 7-15,-3-1-3 16,-3-2-13-16,1 2-7 15,-4 2 0-15,0 0 5 16,0 2-7-16,-3 4 2 16,1 4 0-16,-7 4-9 15,2 2 14-15,-2 0-8 16,0 0 3-16,0 0-20 16,0 0 19-16,0 2-8 15,-2 8 9-15,-5 1 0 16,3 4 13-16,0 0-12 15,2 6 12-15,2 1-10 16,0 4 23-16,0-2-21 0,0 1 3 16,0-8 14-16,13-3-14 15,5-4-7-15,-1-6 10 16,6-4-8-16,-1 0 19 16,3-7-22-16,4-14 0 15,-3-7-7-15,-1-4-2 16,-3-6 7-16,-4 0-4 15,0 0 6-15,-2 6 2 16,-3 8-2-16,-7 10 0 16,-2 6 30-16,0 4-29 15,-2 4 17-15,0 0-18 16,0 0 5-16,4 0-5 16,-1 12 0-16,1 2 6 0,2 0 26 15,-2 1-28-15,1 3 14 16,1 0-18-16,0 3 8 15,-2-1-3-15,1 0-5 16,-1-2 0-16,1-6-2 16,0-1 7-16,-3-8-5 15,1-1 0-15,1-2 7 16,1 0 6-16,0 0-13 16,4-14-10-16,-5-6 3 15,3 3-10-15,-4 0 17 16,-3 3-1-16,-2 2 2 15,0-1-2-15,0 4 1 0,0 0 0 16,0 4-4-16,0 0 14 16,0 0-10-16,0-2 1 15,-7 1 5 1,-6 1 1-16,-2-2-7 0,-1 1 0 16,-2 1-7-16,-2 5 8 15,0 0-1-15,-1 0 0 16,4 0-7-16,-1 18-4 15,3 1 11-15,3 8 0 16,1 1-14-16,7 2 13 16,0 2 0-16,4-3 1 15,0 0 0-15,0-5 0 0,0-5 0 16,0-4 0-16,0-9-8 16,8-4 1-16,5-2-7 15,3 0 8-15,5-14-10 16,-4-8 16-16,1-2-27 15,-3 2 11-15,-1 0 6 16,-1-2-28-16,1 4 25 16,-3 0 11-16,0 8 4 15,-4 4 7-15,-5 5-8 16,-2 3 9-16,2 0-9 16,1 0 15-16,3 5-8 15,-2 8 28-15,5 4-14 16,-2 1 17-16,4 0-34 15,3-5-3-15,-3-1 11 16,2-5-6-16,-1-3-7 0,-2-4 4 16,3 0 1-16,1 0 3 15,1-6-8-15,1-14-16 16,-3-6 14-16,3-6-26 16,-3-2 26-16,1-5-6 15,-3-1 8-15,1 3-3 16,-3 1 3-16,-3 3 0 15,0 5 4-15,2 5 2 16,-2 4-6-16,-3 3 11 16,-1 2-8-16,-2 2 15 0,0-2-18 15,0 2 0 1,0 0 2-16,0 1 7 0,0 2-9 16,-2 3 0-16,-3 2 3 15,3 4-6-15,0 0 3 16,-3 0-5-16,-2 0-1 15,-1 1-11-15,-1 20 14 16,-1 5 2-16,6 6 1 16,-2 10-8-16,1 4 8 15,3 7 0-15,0 2 16 16,2-1-12-16,0 1 27 16,0-9-12-16,0-5-3 15,9-12 16-15,3-12-28 16,2-5 5-16,1-12 20 15,6 0-18-15,1-12 14 0,0-9-25 16,1-4 1-16,-3-4-4 16,-3 0-41-16,-3-2-61 15,-5-3-65-15,-9 0-237 16</inkml:trace>
  <inkml:trace contextRef="#ctx0" brushRef="#br1" timeOffset="-186572.1">18893 4225 596 0,'0'0'85'0,"0"0"-60"15,0 0-9-15,0 0 1 16,0 0 16-16,0 0 2 16,0-2-10-16,6 4 38 15,-4-2 3-15,-2 0 24 16,0 0-15-16,0 0-10 16,0 0 18-16,0 0-65 15,0 0-16-15,0 0-2 16,0 0-1-16,-12 1-13 0,1 8-3 15,-5 1-50 1,1 4 11-16,3 2-78 0,2 2-74 16,1-4-198-16</inkml:trace>
  <inkml:trace contextRef="#ctx0" brushRef="#br1" timeOffset="-183672.33">19414 4521 57 0,'0'0'115'0,"0"0"-59"16,0 0 14-16,0 0 0 16,0 0 16-16,0 0 39 15,0 0-32-15,0 0-1 16,0 0 3-16,0 0-56 16,0 0 24-16,0 0-28 15,0 0-19-15,0 0 5 16,0 0-15-16,0 0-5 15,0-12-1-15,0-8-9 16,0-3 1-16,6-8-17 16,5-4 5-16,0-6 12 15,-2 1-1-15,-2-2 9 16,-3 3 0-16,-2 8 2 16,-2 4-4-16,0 7 2 0,0 6 0 15,0 9 39-15,0 3-35 16,0 2 15-16,0 0-17 15,0 0 4 1,0 0-12-16,0 0-1 0,0 6 7 16,-8 12-5-16,1 1 11 15,-2 8-6-15,2 7 0 16,1 4 5-16,3 6-10 16,1 2 5-16,2 3 0 15,0 1-4-15,0-4 6 16,0-7-2-16,13-4 0 15,1-12-3-15,1-6-5 16,4-9 7-16,-2-6 1 0,1-2 15 16,0 0-9-1,0-8 8-15,-2-14-10 0,-3-2 2 16,0-5-12-16,3 0 4 16,-6-2 2-16,2 5-11 15,-5 4 16-15,-3 8-5 16,0 6 0-16,-4 4 9 15,2 4-16-15,-2 0 7 16,0 0-26-16,0 0 25 16,0 12-13-16,0 11 14 15,0 2 5-15,0 6-1 16,0-3 10-16,0 2-14 0,0-6 1 16,0-2-1-1,8-6 6-15,7-5-6 0,1-10 0 16,-1-1 9-16,1 0-1 15,4-10-4-15,0-13 1 16,-2-3-10-16,-1-4-6 16,0 2 11-16,-4 1 0 15,-3 0 7-15,0 5-10 16,-4 6 3-16,1 4 0 16,-3 4 16-16,-2 3-14 15,-2 2 10-15,2 3 10 16,-2 0-19-16,0 0 22 15,0 0-18-15,0 0-4 16,0 0 29-16,0 0-31 16,0 0 9-16,0 0-10 15,0 0 11-15,0 0-17 16,0 0 6-16,0 18 0 0,0 6-6 16,0 8 9-16,0 14-3 15,0 7 0-15,-2 5 9 16,2 7-12-16,0 0 3 15,0 10 0-15,0 3-3 16,0-1 6-16,0-2-3 16,0-7 0-16,0-8 7 15,0-6-3-15,0-6-4 16,0-7 0-16,-2-9 11 16,-4-8-5-16,-3-5-6 0,0-6 4 15,2-3 2-15,1-4 12 16,1-3-11-16,-1-3 1 15,-6 0 35-15,1 0-39 16,-5 0 9-16,-1-12-4 16,-1-13-5-16,-2-9 19 15,-2-4-23-15,-1-8 0 16,4-9 4-16,-2-3 1 16,5-3-5-16,8-4 0 15,3 5 6-15,5 2-12 16,2-1 6-16,27 5-4 15,7 4-7-15,4 2-16 16,1 4-5-16,-8 8-18 0,-8 8-29 16,-8 7 12-16,-8 12-87 15,-4 3-102-15,-5 2-336 16</inkml:trace>
  <inkml:trace contextRef="#ctx0" brushRef="#br1" timeOffset="-180892.93">15374 4877 39 0,'0'0'100'0,"0"0"17"0,0 0 8 16,0 0-9-16,0 0 4 16,0 0-60-16,-156-36 3 15,122 31 0-15,1 2-21 16,4 3 23-16,2-2-18 16,10 2-8-16,3 0 33 15,7-3-44-15,5 3 12 16,2-2-6-16,0 2-28 15,0 0 27-15,11 0-33 16,28 0 4-16,16 0-6 16,19 0 18-16,5 0-9 15,4 0-7-15,-2 0-4 16,-6 0 1-16,-5 0-39 16,-17 0 20-16,-13 0 12 0,-16-2-12 15,-10 1 22-15,-10 1 0 16,-4 0 2-16,0-2 0 15,0 2 0-15,0 0-2 16,0 0 25-16,0 0-11 16,0 0-14-16,0 0 0 15,0 0 9-15,0 0-7 16,0 0-2-16,0-2 0 16,-2-1-1-16,-11-1 9 15,-7-6-8-15,-5-1 0 16,-4-5 7-16,-2-1-3 15,0 1-4-15,2 3 0 16,4 1 7-16,8 7 8 16,3-1-15-16,5 5 0 15,5 1 8-15,4 0-12 0,0 0 4 16,0 0-17-16,0 0 13 16,6 0-26-16,15 7 30 15,-2-2 8-15,2 2-6 16,-1 1 18-16,-5-2-20 15,-5 5 0-15,-4 1-13 16,-4 2 7-16,-2 9 6 16,0 3 0-16,-4 0 3 15,-10 5 4-15,1-1-7 16,1 1-14-16,4 3-44 16,1-2-131-16,7-6-101 0,0-9-297 15</inkml:trace>
  <inkml:trace contextRef="#ctx0" brushRef="#br1" timeOffset="-108378.12">21018 4775 257 0,'0'0'282'0,"0"0"-142"0,0 0-57 16,0 0 22-16,0 0-5 15,0 0-46-15,-11 0 0 16,11 0-15-16,0 0-17 15,0 0 23-15,4 0-28 16,17-11 18-16,8-7-1 16,11-8-27-16,5-8 12 15,7-7-18-15,6-11 3 16,1-3 4-16,-6-5-8 16,-9 2 0-16,-5 1-3 15,-8 5 6-15,-9 4-3 16,-6 3 0-16,-5 4 8 0,-7 3-11 15,-4 5 3-15,0 5 0 16,0 9-14-16,0 2 11 16,0 5-1-16,0 5-2 15,-11-2-12-15,0 5 13 16,-3 2-11-16,2 0 16 16,-5 2-8-16,4 0 2 15,3 0 6-15,-4 0 0 16,5 0 0-16,0 7-7 15,2-4 7-15,3 1 0 16,2 1-5-16,-3 2 10 16,1 6-5-16,0 6 0 15,-4 9 2-15,4 7-3 16,-3 5 1-16,3 6 0 16,-2 2 9-16,3 4-2 0,-2 0-4 15,5 0-3-15,0-2 8 16,0 0 1-16,2-5-9 15,12-9 0-15,1-6 7 16,1-12-1-16,5-8-6 16,3-7 3-16,2-3-1 15,6 0 19-15,6-21-19 16,0-11 1-16,0-2 5 16,-3-6-2-16,-2-4-6 15,-4 2 0-15,-2-1 0 0,-4 5-5 16,-8 4 5-1,-5 6 0-15,-6 9-4 0,-4 5 6 16,0 5-4-16,0 7 2 16,0 2-21-16,0 0 20 15,0 0-32-15,-9 0 23 16,-5 8-3-16,-3 9 11 16,1 6 2-16,5 5-2 15,-1 4 4-15,8 1-6 16,4 2 4-16,0-3 0 15,0-6-5-15,9-5 12 16,13-6-7-16,5-6 0 16,4-5 3-16,3-4 8 15,-1 0-7-15,6-14 0 16,-6-10-4-16,0-5-18 0,1 2-60 16,-3 0-55-16,0 4-162 15,0 2-214-15</inkml:trace>
  <inkml:trace contextRef="#ctx0" brushRef="#br1" timeOffset="-107044.89">22269 4365 86 0,'0'0'380'16,"0"0"-267"-16,0 0-86 16,0 0 19-16,0 0 5 15,0 0-11-15,2 24-23 16,-2-20-9-16,0-4 17 0,0 2-23 15,0 1 39-15,-4-1-13 16,-1 5-21-16,-2-2 20 16,5-1-27-16,-2-3 2 15,2 2 3-15,-1-3 6 16,3 0 10-16,-4 0 38 16,-5 0-23-16,0 0 1 15,-4-8-34-15,-1-4-1 16,1 1 7-16,1-3-2 15,2 4-7-15,-1 0 0 16,-1 4 5-16,3 2-7 16,1 4 2-16,-4 0-10 15,1 0 4-15,0 2-10 16,0 16 13-16,2 3-3 16,3 2 6-16,-2 3-2 0,2 5 2 15,-1-4 0-15,5 1-9 16,0-3 8-16,2-5-1 15,0-4-5-15,0-6 14 16,0-4-15-16,2-6 8 16,9 0 0-16,5-11 29 15,1-14-29-15,4-9 0 16,3 2-1-16,-1-1 1 16,0 7 7-16,2 2-1 15,-4 6 2-15,-1 4 21 0,-3 4-23 16,-3 6-4-1,-5 4-2-15,-1 0 2 0,-3 0-5 16,2 7-15-16,0 10 18 16,-5 9 20-16,2 3 5 15,-4-1 12-15,2-3-6 16,3-4-20-16,-1-5 23 16,6-4-27-16,-2-3-6 15,5-2 17-15,5-7-11 16,5 0 1-16,6 0-8 15,4-16-10-15,1-8-26 16,1-3-104-16,-2 4-58 16,-1 0-18-16,-6 6-84 0,-3-1 123 15,-4 2 136 1,0 9 41-16,-6 2 117 0,-2 3 44 16,-4 2-18-16,-3 0-48 15,0 0-49-15,-1 0-2 16,0 0 4-16,-3 0-27 15,0 0 15-15,0 0-15 16,0 0-20-16,0 0 29 16,0 2-23-16,0-1 8 15,0-1-5-15,0 0-9 16,0 0 38-16,0 0-8 16,0 0 2-16,0 0 27 15,0-6-59-15,0-6 8 16,-8 0-9-16,0 0 6 0,-1 2-2 15,2 3-4-15,-2 0 0 16,3 7-3-16,-1 0 3 16,-5 0-3-16,1 0-3 15,-5 12-5-15,1 10 5 16,-1 2 6-16,5 7 0 16,3 0-11-16,1 4 15 15,7-4-4-15,0-1 0 16,0-5-9-16,3-11 3 15,12-6 6-15,7-8 0 16,5-4 37-16,4-28-8 16,5-11-17-16,-3-6-7 15,0-6-4-15,-4-3 8 16,-4-3-9-16,-4-2 0 16,-6-4 22-16,1 4-16 15,-8 6 20 1,-3 13-9-16,-3 16-8 0,-2 12 17 0,0 8-26 15,0 5-1 1,0 3-10-16,0 0-13 0,0 6 14 16,-11 15 2-16,-9 10 16 15,2 4-8-15,0 8 0 16,0 4 0-16,5 3-2 16,4 7 4-16,2 2-2 15,5-4 0-15,2-1 8 0,0-8-11 16,0-7 3-1,0-11-2-15,16-13-10 0,6-4 14 16,7-9-2-16,3-2 22 16,1-9-22-16,2-19-22 15,-6-10-88-15,-2-8-75 16,-5-4-117-16</inkml:trace>
  <inkml:trace contextRef="#ctx0" brushRef="#br1" timeOffset="-104934.47">23780 4574 153 0,'0'0'179'0,"0"0"-110"16,0 0 45-16,0 0 30 15,0 0-19-15,0 0 6 16,0 0-48-16,67-38-53 16,-45 6 2-16,3-9-11 15,2-5-16-15,-1-3 23 0,3 0-27 16,-2-6 10-16,0 2-11 15,-1-1 7-15,-3 3-8 16,-7 7 1-16,-3 10 0 16,-7 10 2-16,-1 10-2 15,-2 8 0-15,-3 4 0 16,0 2-15-16,0 0 8 16,0 0-12-16,0 10 11 15,-12 12 2-15,-3 9 6 16,1 5 0-16,-1 7 0 15,3 6 2-15,3 4-2 16,-1 5 0-16,0-3 1 16,3-1 21-16,3-1-15 0,4-10 3 15,0-4 1 1,0-7-3-16,0-10-5 0,9-11-1 16,13-6 2-16,5-5 24 15,6-2-28-15,3-24 5 16,-1-8-5-16,-3-6-11 15,-5-5 10-15,-5 1 1 16,-2 2 0-16,-7 5 3 16,1 5-3-16,-5 9 0 15,-3 9-2-15,1 5 4 16,-5 6-2-16,-2 3 0 16,0 0-16-16,0 0 15 15,0 0-44-15,0 16 38 16,-15 5 2-16,1 6 0 0,1 4 5 15,2 8 0-15,2 1 1 16,7 0-2-16,2-2 3 16,0-8-2-16,0-4 0 15,9-14 4-15,4-5-4 16,3-7 1-16,1 0 0 16,6-19 23-16,2-11-23 15,-2-6-1-15,4-2 0 16,-2-1 0-16,-2 1-2 15,-1 6 2-15,-5 6 0 16,-1 6 1-16,-3 11-1 16,-4 6 0-16,-6 3 0 15,-1 0 0-15,-2 3-8 16,0 21-6-16,0 4 14 16,0 7 6-16,-7-2 0 0,-4 3-6 15,5-1 5-15,-1-4 4 16,2-6-8-16,3-7-1 15,2-10 1-15,0-4 3 16,0-4 2-16,0 0-4 16,0 0 24-16,11-21-19 15,9-6 5-15,2-4-12 16,1-1 5-16,2 2-8 16,-2 5 3-16,0 1 0 15,0 5 0-15,-3 6-1 0,-5 6-5 16,-1 5 2-1,-3 2-1-15,-3 0-3 0,-3 12-2 16,-5 11 4-16,0 4 2 16,0 3 8-16,0 1-4 15,0-6 3-15,-5 0 5 16,-1-10-1-16,-1-2-5 16,7-9-2-16,-2-3 6 15,2-1 1-15,0 0 6 16,0-1-3-16,0-20-9 15,15-4-2-15,6-4-32 16,1-2 29-16,2-3 0 16,5-1-10-16,-2 3 13 0,0 6 2 15,-3 5 1 1,-3 8 37-16,-4 5-38 0,-5 4 0 16,-3 4 9-16,-5 0-10 15,0 0 0-15,-4 11-11 16,0 12 4-16,0 5 6 15,0 6 2-15,0 0 2 16,0-2-3-16,0-2 7 16,0 0-7-16,7-5 0 15,2-6 6-15,-2-5-6 16,-1-5 0-16,3-7 0 16,3-2 9-16,5 0-5 0,3-14 15 15,7-13-16 1,0-2 4-16,-2-3 0 0,-2 0-5 15,2 2-2-15,-2 1 0 16,-1 2 3-16,-2 2-3 16,-2 4 0-16,0 1 2 15,-5 5-6-15,-2 4 4 16,-4 2 0-16,-2-2-2 16,-3 4-7-16,-2-1-6 15,0 2-5-15,0 1 3 16,0 2 7-16,0-4 3 15,0 5-7-15,-10 2 11 16,-1 0-31-16,-2 0 28 16,2 9 4-16,-2 11-1 15,2 9-10-15,1 4 7 16,6 5 6-16,4 2 2 16,0-1 4-16,2-6 32 0,21-3 3 15,1-7-37-15,8-14 47 16,3-7-30-16,-4-2 8 15,-8 0-11-15,-6-22-10 16,-5-9-16-16,-1-10-26 16,-5-5-134-16,-6 0 6 15,0 0-316-15</inkml:trace>
  <inkml:trace contextRef="#ctx0" brushRef="#br1" timeOffset="-104738.59">24697 4091 534 0,'0'0'521'16,"0"0"-434"-16,0 0-58 16,0 0-4-16,0 0-14 15,0 0-11-15,-35 0-75 16,22 0-145-16,-5-7-407 15</inkml:trace>
  <inkml:trace contextRef="#ctx0" brushRef="#br1" timeOffset="-104507.73">24059 4113 724 0,'0'0'168'15,"0"0"-100"-15,0 0 5 16,0 0 21-16,0 0-3 16,0 0-59-16,26-4-21 15,26-9 19-15,8 0-21 16,-2-4-18-16,0 3-14 16,-4 3-124-16,-6-5-110 15,-9 4-371-15</inkml:trace>
  <inkml:trace contextRef="#ctx0" brushRef="#br1" timeOffset="-94861.89">26128 4342 30 0,'0'-7'437'15,"0"0"-379"-15,0 2-39 16,0-2 19-16,0-4-5 16,4-1-21-16,3-4-12 15,1 0 19-15,2-7-16 16,-4 3 36-16,1 1 17 15,-3 0 2-15,0 2 33 0,2 4-44 16,-4 5-6-16,0 5 6 16,-2 1-42-16,2 2 9 15,-2 0-14-15,0 0 6 16,0 0-19-16,0 0 12 16,0 0 0-16,0 13-12 15,0 5 22-15,0 5-9 16,0 4 19-16,-2 4-18 15,-8 4 27-15,2 4-24 16,1-1-4-16,1 1 7 16,4-2 0-16,-2-4-7 0,4-10 0 15,0-5 5-15,0-5 2 16,0-9-7-16,0-4 0 16,10 0 8-16,3 0-4 15,5-24 7 1,5-6-11-16,-2-9 2 0,0 4 1 15,-1-2-3-15,-7 4 0 16,-2 4 7-16,-4 7 2 16,-4 6-5-16,-3 8 10 15,2 6-8-15,-2 2 1 16,0 0-7-16,0 0-12 16,0 8 1-16,0 10 9 15,0 4 2-15,0 0 0 0,0 2 4 16,0-3-7-16,0 0 3 15,10-3 0-15,-1-5-1 16,1-6 6-16,-4-2-5 16,1-5 0-16,1 0 5 15,2-5 7-15,3-19-12 16,1-5-10-16,-6-3 0 16,-3 1 3-16,-5-1 7 15,0 3 0-15,0 4 3 16,0 5-6-16,0 10 6 15,-7 4-3-15,3 6 25 16,-3 0-25-16,-2 0-4 16,0 14 2-16,5 6 0 0,2 0-12 15,2 0 14-15,0-2-24 16,0-6 12-16,8-2-29 16,8-2 41-16,6-3-6 15,1-5 7-15,1 0-9 16,5 0-1-16,-2-9-15 15,-3-9 18-15,1-4-23 16,-5-2 29-16,-5 2 0 16,1 4 1-16,-7 4 4 15,-3 5-5-15,0 2 0 16,-4 2 14-16,0 4-9 16,-2 1-1-16,0-3-1 15,2 3 2-15,-2 0-1 16,0 0-4-16,0 0 0 0,0 0-9 15,0 0 4-15,0 0 5 16,0 0-1-16,0 0 6 16,0 0-5-16,0 0 0 15,0 0 0-15,0 0-8 16,0 0 1-16,0 0 7 16,0 0 0-16,0 0 3 15,0 0 12-15,0 0-11 16,0 0-2-16,0 0 5 15,0-4 5-15,0 4-10 16,0-1 9-16,0 1-7 16,0 0 11-16,0 0-15 15,0 0 0-15,0 0 3 0,0 0-3 16,0 0-2-16,0 0-2 16,0 0 0-16,0 14-4 15,0 8 8-15,0 4 0 16,0 6-6-16,0 2 12 15,0 2-6-15,0-5 0 16,0-6 2-16,0-9-3 16,4-6 1-16,7-10 0 15,7 0 6-15,7-7-4 16,6-24 12-16,5-3-14 16,-3-3 5-16,0-4-8 15,-4-1 3-15,-4-3-12 0,-2 1 2 16,-6-4-2-16,-1 2 12 15,-7 4 0-15,-3 9 3 16,-2 6 10-16,-4 13-5 16,0 9-2-16,0 0 27 15,0 5-32-15,0 0 14 16,0 0-15-16,0 0-7 16,-2 0-1-16,-6 8 8 15,-3 8 0-15,-3 6-9 16,1 7 9-16,-1 5 0 15,-1 8 0-15,-1 3 2 16,1 8-2-16,3-1 0 16,8-2 0-16,2-6 4 0,2-6 6 15,0-8-10-15,6-9 2 16,10-9 3-16,5-12 26 16,0 0 3-16,6-5-13 15,0-25 12-15,0-7-29 16,0-7 11-16,-5-5-13 15,2-4 5-15,1 0 1 16,-1-2-8-16,-1-1 0 16,-4 5-9-16,-3 5 8 15,-5 13 1-15,-3 13 0 16,-8 12-8-16,0 4 6 16,0 4-34-16,0 0-14 15,0 0 28-15,-6 7-8 16,-9 16 30-16,-5 7 0 15,3 7 3-15,0 3-1 0,7 9 16 16,5 4 0-16,5-3 31 16,0-3-42-16,0-1 7 15,2-14-14-15,11-9 5 16,-2-9-7-16,5-10 2 16,-5-4 0-16,1 0-7 15,-1-10-20-15,-5-14-56 16,-6-6-75-16,0-4-193 15</inkml:trace>
  <inkml:trace contextRef="#ctx0" brushRef="#br1" timeOffset="-94624.02">26645 4023 62 0,'0'0'520'0,"0"0"-444"16,0 0-50-16,0 0-6 16,0 0 44-16,0 0 14 15,-7 2-12-15,7-2 10 16,0 0-26-16,0 0-27 16,-3 0-23-16,1 0-8 15,0 0-95-15,2 0-115 0,0 0-483 16</inkml:trace>
  <inkml:trace contextRef="#ctx0" brushRef="#br1" timeOffset="-93755.53">28002 3866 440 0,'0'0'225'16,"0"0"-118"-16,0 0-14 15,0 0-23-15,0 0-22 16,0 0-43-16,14-32-5 15,-14 35-5-15,0 20 5 16,0 6 1-16,0 14 15 16,0 5 17-16,-9 4-14 0,-5 3-11 15,3-3 19-15,-3-6-26 16,6-10 6 0,1-10 12-16,3-10-19 0,2-8 28 15,0-6-9-15,2-2-13 16,0 0 46-16,4-9-10 15,18-17-17-15,7-3-23 16,2-3 4-16,0 5-10 16,3 6 4-16,4 5-32 15,-3 9 32-15,5 6-26 16,-4 1 17-16,-7 0 9 16,-11 12-22-16,-12 3 14 15,-6 6-13-15,0-1 21 0,-19-1-6 16,-10 0 12-1,-4-5-3-15,-6-1 15 0,-3-2-16 16,2-5 19-16,2-2-8 16,6-4-5-16,11 0 28 15,5 0-35-15,7 0 3 16,5 0-4-16,4 0-27 16,0-4-58-16,0-6-76 15,6-4-148-15,19-2-138 16</inkml:trace>
  <inkml:trace contextRef="#ctx0" brushRef="#br1" timeOffset="-93264.81">28352 4113 602 0,'0'0'293'0,"0"0"-228"15,0 0 4-15,0 0-21 16,0 0-24-16,0 0-17 15,36-7 0-15,-22 6-4 16,-4-1 6-16,-1-5 9 16,3 2 43-16,-1-2-38 15,1-3-9-15,5-2-12 16,-2 0 4-16,3-1-12 16,-2-4-15-16,-3 1-17 0,-4 2 37 15,-2 4-17 1,-5 0 18-16,-2 4-3 0,0 0-3 15,0 4 4-15,0 2-8 16,0-1 7-16,-7 1-9 16,-6 0 8-16,-3 0 4 15,-4 0-5-15,0 3-3 16,-3 13 6-16,0 3 1 16,0 11 1-16,3-1 6 15,5 6-6-15,5-1 15 16,8-2 24-16,2-5-25 15,0-2 2-15,22-7 10 16,12-8 9-16,3-5 21 0,2-5-42 16,-4 0 0-1,1-7-2-15,-5-15-5 16,-6-7-14-16,-3 2-13 0,-9 1-48 16,-4 4-85-16,-5 1-242 15</inkml:trace>
  <inkml:trace contextRef="#ctx0" brushRef="#br1" timeOffset="-92016.14">29629 4018 459 0,'0'0'99'16,"0"0"-57"-16,0 0 16 16,0 0-5-16,0 0 1 15,0 0-10-15,129-233 7 0,-117 191 14 16,-5 2-37-16,-1 0 27 15,-6 1-39-15,0 4-7 16,0 6 13-16,0 8-20 16,0 5 7-16,0 6-5 15,-6 4 0-15,1 1 3 16,1 3-7-16,-1 2 0 16,3 0-1-16,-5 0-1 15,1 5 2-15,-3 19-6 16,-1 10 2-16,2 12-9 15,1 8 26-15,-1 8-13 16,6 5 26-16,-2-1-17 16,4-3 13-16,0-5-9 0,0-12-8 15,0-5 7-15,0-11-11 16,0-9-1 0,0-9 4-16,0-9 6 0,0-3-9 15,0 0 8 1,0 0 6-16,0-3 54 0,6-16-69 15,11-4-4-15,8-5 3 16,4-6-29-16,-2 5 18 16,2 5-1-16,-5 7 13 15,-4 3-8-15,-4 7 8 16,-8 3 0-16,-5 2-6 16,-3 2-3-16,0 0-6 15,0 7-9-15,0 14 22 0,0 3-4 16,0 0 6-1,0 0 0-15,0-2-1 0,0-1 6 16,0-5-5-16,0-3 0 16,0-4 2-16,2-5 3 15,9-3-5-15,2-1 0 16,6 0-3-16,-4 0 0 16,3-15-1-16,-1-8-9 15,1-3-16-15,0-1 19 16,-2-4-19-16,-3 3 29 15,1 2-6-15,-4 4 12 16,-3 6-6-16,0 5 7 16,-4 6-2-16,-1 5 22 15,-2 0-27-15,0 0 3 0,0 0-7 16,0 0 4-16,0 0 0 16,-7 12 0-16,-2 10 0 15,2 4 2-15,3 4 0 16,2 0 12-16,2-2 36 15,0-1-26-15,0-8 5 16,10-2-29-16,4-7 15 16,6-9 7-16,5-1-7 15,1 0 16-15,6-15-6 16,-3-16-25-16,-3-4-25 16,-1-8-63-16,-8-1-111 15,-5-5-193-15</inkml:trace>
  <inkml:trace contextRef="#ctx0" brushRef="#br1" timeOffset="-91863.71">30211 3567 564 0,'0'0'280'16,"0"0"-188"-16,0 0-63 16,0 0-28-16,0 0-1 15,0 0-9-15,0 0-79 16,-69 42-97-16,69-22-261 15</inkml:trace>
  <inkml:trace contextRef="#ctx0" brushRef="#br1" timeOffset="-91062.63">30468 3926 203 0,'0'0'366'0,"0"0"-292"0,0 0-61 16,0 0 23-16,0 0 36 15,0 0-56-15,13-22-10 16,-9 13 1-16,-4-2 20 16,0 1 82-16,0-1-52 15,0-1-7-15,0 3-8 0,-2 1-38 16,-7 4-2-16,-5 4-2 15,2 0-2-15,-5 0-9 16,0 0 9-16,-1 10 2 16,3 6-11-16,-3 6 6 15,5 2 4-15,1 4 0 16,8 0 0-16,1 2-11 16,3-4 12-16,0-8-17 15,9-2 16-15,11-7-30 16,1-7 31-16,-2-2 0 15,2 0 1-15,-3-13 17 16,1-10-18-16,0-7 0 16,-3-1 21-16,-3-1-3 15,-3-2 15-15,-2 1-18 16,-2 8 10-16,-1 4 30 0,-3 9-38 16,0 5 5-16,-2 7 17 15,2 0-39-15,-2 0 0 16,0 0-7-16,2 4-10 15,-2 22 7-15,2 9 10 16,3 11 0-16,0 7-2 16,-1 3 9-16,-2 7-7 15,-2 1 0-15,0 4 0 16,0 0 1-16,0 0-1 16,0 0 0-16,0-2-2 15,0-1 5-15,0-9-3 16,0-10 0-16,-2-12 0 0,-9-10 2 15,2-8-2 1,0-8 0-16,-2 0 16 0,-2-5-10 16,0-3 12-16,-3 0 10 15,-1 0-15-15,7-9 32 16,1-20-23-16,5-12-7 16,4-10 23-16,0-7-37 15,0-4 9-15,17-1-10 16,6 0 12-16,3 1-15 15,6 0 3-15,3 4-30 16,3 0 5-16,3 4-60 16,-2 4-100-16,-1 3-150 15,-9 6-445-15</inkml:trace>
  <inkml:trace contextRef="#ctx0" brushRef="#br1" timeOffset="-89751.47">30824 3875 220 0,'0'0'403'16,"0"0"-311"-16,0 0 8 15,0 0 1-15,0 0-61 16,0 0-19-16,0-75 18 16,7 49-36-16,-2-5 32 15,-1 1-4-15,-2 1-5 0,-2-5 25 16,0 8-42-16,0-1-3 15,0 3 3-15,0 4-9 16,0 4-7-16,0 6 4 16,0 3 3-16,0 1 4 15,0 5-4-15,-2 1 0 16,-2 0-13-16,-1 0 10 16,1 0-5-16,-3 0 5 15,-4 21-15-15,0 8 12 16,-1 12 3-16,4 5 3 15,1 5-5-15,0 4 13 16,4 5-9-16,3-4 1 16,0 0 0-16,0-10 6 15,0-12-6-15,0-8 0 0,0-12-2 16,0-3 12-16,0-10-10 16,0-1 4-16,0 0 1 15,6 0 11-15,5-15 19 16,4-10-33-16,5-5-4 15,3 0 1-15,1 2-10 16,-2 5 11-16,-2 2 0 16,-4 5-4-16,-1 7 4 15,-4 0 0-15,1 6-2 16,-3 3 2-16,-3 0-2 16,-2 0-1-16,2 3-25 15,-4 17 17-15,0 2-2 16,-2 3 13-16,2 2 12 15,-2-3-3-15,0-4-9 16,0-6 0-16,5-4 9 0,-1-3-14 16,2-5 5-16,4 1 0 15,1-3 21-15,4 0-13 16,5 0 9-16,3-10-12 16,-1-9 5-16,2-4-6 15,-4 0-4-15,-1-2 0 16,-2 1-3-16,-1 2 8 15,-5 3-5-15,1 2 0 16,-6 1 4-16,-2 3-15 16,1 1 4-16,-5-1 7 0,0 1 7 15,0-1-7 1,0 2 0-16,0 1 0 0,0 2 5 16,0 0-7-16,0 2 2 15,0 2 0 1,0 0-4-16,0 4 4 0,0 0-2 15,0 0 0-15,-2 0-29 16,-3 4 30-16,3 14-12 16,2 6 13-16,0 6-13 15,0 3 17-15,0 5-4 16,0-1 0-16,7-5 5 16,-1-6-8-16,6-5 3 15,-6-10 0-15,3-5-17 0,7-6 37 16,3 0 10-16,6-12 6 15,4-12-30-15,-2-6 6 16,-2-4-12-16,-2-4 0 16,0-4-3-16,-5-4 13 15,-1 6-2-15,-5 8 31 16,-5 10-15-16,-3 12 23 16,-2 6-33-16,-2 4-5 15,0 0-17-15,0 0 8 16,0 0-8-16,-15 8 4 15,-8 10 8-15,-1 3-3 16,7 1-1-16,5 1-6 16,7-3-4-16,5-1-7 15,0 4-8-15,0-2 12 16,17-2-34-16,2 3 46 0,3-2-8 16,-3-2 9-16,-4-2-7 15,-2-2 9-15,-4-2-2 16,0 0 0-16,0-3 10 15,-7-1 1-15,3-5 10 16,-3-1-17-16,0-1 31 16,1-1-32-16,3 0 14 15,7 0 16-15,7 0-15 16,7-14 5-16,0-10-23 16,-2-3-7-16,-4 5-9 0,-2 2-93 15,-3 2-179 1,-3 4-564-16</inkml:trace>
  <inkml:trace contextRef="#ctx0" brushRef="#br1" timeOffset="-86459.98">5623 16736 54 0,'0'0'209'0,"0"0"-76"0,0 0-55 16,0 0 43-16,0 0 5 16,0 0 9-16,0 0-5 15,-156 0-23-15,156 0-16 16,0 0 14-16,0 0-49 15,0 0-28-15,3-8-20 16,26-6 2-16,18-1 39 16,15-1-49-16,11 6 6 15,2 2-5-15,-7 6-1 16,-7 2 0-16,-8 0 0 16,-13 0-35-16,-9 0 27 0,-12 0-27 15,-11 0-4-15,-8 0 0 16,0 7-64-1,-8 0-11-15,-19 7 58 16,-4-6-54-16,-1 2-5 0,1-1-1 16,4-4-9-16,5 3-3 15,6-8 24-15,7 0 65 16,3 0 39-16,1 0 15 16,5 0 93-16,-4-8 34 15,2 3-36-15,0-4-9 16,-4 4-16-16,4 0 5 15,0 1-10-15,2 0-38 0,0 4 13 16,0 0-23 0,0 0-10-16,0 0 1 15,0 0-19-15,0 0-10 0,0 18 7 16,0 13 3-16,0 13 4 16,0 2 8-1,0 2-9-15,0-2 9 0,0-6-12 16,2 0-2-16,0-13-67 15,4-6-56-15,0-7-90 16,5-10-124-16,0-4-41 16</inkml:trace>
  <inkml:trace contextRef="#ctx0" brushRef="#br1" timeOffset="-85777.77">6114 16830 139 0,'0'0'112'0,"0"0"43"0,0 0 5 16,0 0-47-16,0 0 29 16,0 0-34-16,58-85-51 15,-49 80 9-15,-7 1-25 16,3-1 22-16,-3 2-25 16,0 1-12-16,0-3 17 15,0 2-27-15,3 3 6 16,-5-4 0-16,0 4-19 15,0 0 1-15,0 0-4 16,0 0-7-16,0 0 0 16,0 4-10-16,-2 18 17 15,-11 5-1-15,-6 8 4 0,2 0 9 16,-1 6-11-16,2-4 5 16,1-6 5-16,6-4-7 15,2-13-3-15,0-2-1 16,7-7 14-16,0-5-14 15,0 0 7-15,0 0-6 16,0 0 26-16,0-22-24 16,4-6-2-16,15-11-1 15,1-2-14-15,0-3 12 16,0-2-4-16,-7 6 2 16,1 5-7-16,-3 3 8 15,0 6 3-15,2 4-3 0,-2 5 3 16,1 3-1-16,-1 3 1 15,-7 3 0-15,0 4-2 16,2 4 2-16,-4 0 0 16,2 0-1-16,0 0-14 15,3 14 13-15,-1 12 0 16,4 15 2-16,-1 2 8 16,1 2-5-16,2 5-3 15,1-7 0-15,3-6 6 16,1-1-6-16,-3-10 0 15,-1-1 2-15,-2-10-6 0,-4-1 4 16,0-5-24 0,-3-9-30-16,-2 5-37 0,-2-1-35 15,3-4-15 1,-3 0-39-16,0 0-13 0,0 0-16 16,-16 0-33-16</inkml:trace>
  <inkml:trace contextRef="#ctx0" brushRef="#br1" timeOffset="-85623.85">6221 16929 187 0,'0'0'210'16,"0"0"3"-16,0 0-13 16,0 0-47-16,0 0-43 15,0 0-27-15,0 0-35 16,-31-23-28-16,66 23-20 16,15 0-19-16,8 0-36 15,4 0-84-15,9 0-105 0,10-6-254 16</inkml:trace>
  <inkml:trace contextRef="#ctx0" brushRef="#br1" timeOffset="-85254.07">7021 16866 535 0,'0'0'381'0,"0"0"-243"16,0 0-37-16,0 0 10 15,0 0-28-15,0 0-44 16,14-55-37-16,40 48 4 16,5 7-6-16,1 0-20 15,-6 0 15-15,-13 0-24 16,-18 0-11-16,-9 0-1 16,-9 0-39-16,-3-2 1 15,-2-2-47-15,2-10-263 16</inkml:trace>
  <inkml:trace contextRef="#ctx0" brushRef="#br1" timeOffset="-84563.85">7931 16455 154 0,'0'0'144'16,"0"0"36"-16,0 0 50 15,0 0-59-15,0 0-38 16,0 0 3-16,-67-36-68 15,67 36-6-15,0 0-15 16,2 0-23-16,27-4 5 16,13 0-25-16,16 2-3 0,10 2 7 15,1 0-3-15,-7 0-10 16,-8 0-6-16,-15-5-18 16,-9 5 8-16,-12 0-43 15,-12 0-28-15,-4 0 15 16,-2 0-41-16,0 0-24 15,-11 0 11-15,-13 0-37 16,-1 0 5-16,3 5 50 16,1 5 25-16,2 0 1 15</inkml:trace>
  <inkml:trace contextRef="#ctx0" brushRef="#br1" timeOffset="-84361.8">8192 16445 84 0,'0'0'195'0,"0"0"37"15,0 0-26-15,0 0-27 0,0 0-91 16,0 0-5-16,-2-9-10 15,2 6-29 1,-3 3-8-16,3 0-36 0,-2 0-17 16,0 26 5-16,-3 14 12 15,1 15 20-15,-5-2-11 16,2 5-3-16,1 5 3 16,-4-1-9-16,6-10-4 15,4-6-7-15,0-14-115 16,0-11-37-16,14-8-75 15,10-13-224-15</inkml:trace>
  <inkml:trace contextRef="#ctx0" brushRef="#br1" timeOffset="-83761.14">8358 16860 224 0,'0'0'395'16,"0"0"-336"-16,0 0-55 15,0 0 65-15,0 0-5 16,0 0 3-16,0 0 23 16,8-4-38-16,-4-8 13 15,1-7-42-15,1-4-20 16,-2-7 12-16,1-6-15 16,-3-5 0-16,3 5 3 15,-3 1 1-15,3 4-4 0,-3 9 3 16,0 8 20-16,0 11 26 15,-2 3-24-15,0 0-25 16,0 0-8-16,0 7-5 16,0 15 13-16,0 2 0 15,0 2 3-15,0-3 3 16,7-2-6-16,4-3 0 16,0-9 1-16,2 1 8 15,1-10-9-15,-1 0 0 16,-1 0 1-16,-2 0-5 15,3 0-12-15,-1 0-17 16,-3-10 16-16,-3 1-10 16,0 1 27-16,-4 7 0 15,0 1 3-15,-2 0-12 0,0 0 9 16,0 0-21-16,0 13 21 16,0 9 19-16,0 2 11 15,0 7 1-15,0-5-16 16,0 2 27-16,11-2-13 15,2-4-8-15,3-8 11 16,2-6-29-16,3-6 2 16,4-2 8-16,0 0-8 15,0-10 5-15,-1-16-10 16,0-6-36-16,-1-4 4 16,-1-4-96-16,-5 5-23 15,2 7-163-15,-3 3-230 16</inkml:trace>
  <inkml:trace contextRef="#ctx0" brushRef="#br1" timeOffset="-82738.97">8983 16731 302 0,'0'0'102'15,"0"0"-52"-15,0 0 22 16,0 0-29-16,0 0-18 15,0 0 15-15,0 13 4 16,0-13 11-16,0 0-2 16,0 0 11-16,0 0-9 0,0-13-32 15,-2 0 7-15,-2 0 8 16,-1-1-29-16,2 5 14 16,-1-3-1-16,0-2-22 15,-1 3 21-15,1 3-6 16,0 0-9-16,-1 3 21 15,-2 5-20-15,-2 0 14 16,-2 0-21-16,-3 0 6 16,-3 0-5-16,-1 5-1 15,-2 11 0-15,4 4 25 16,0 2-16-16,6 5 13 16,1-1-4-16,5 1-16 15,2 0 11-15,2-1-13 0,0-9 2 16,0 2-5-16,8-9 3 15,3-2 0-15,3-4 22 16,-3-4-12-16,-1 0-12 16,7 0 2-16,-2-9-7 15,3-8 0-15,-2-5-6 16,-1-6 3-16,-2 2-8 16,1-1-3-16,-3 6 17 15,0 2 4-15,-2 5 0 16,0 5 2-16,-1 5 6 15,0-1 2-15,0 5-1 16,3 0-3-16,-3 5-1 16,-2 12-5-16,-2 5 0 15,1 1 6-15,-3 0-4 0,-2-4 7 16,2 3-9-16,0-5 9 16,0 0-11-16,4-7 2 15,-4-2 0-15,0-2 7 16,0-6-5-16,2 0-2 15,5 0 11-15,3 0-10 16,5-10-1-16,1-12-4 16,0-1-16-16,-2-4 19 15,-3 1-31-15,1 4 32 16,-4 4-7-16,-1 9 15 16,1 4-5-16,-2 0 6 15,3 5-9-15,3 0 7 16,-1 5-1-16,1 17-6 0,-3 1 6 15,1 4-2-15,-2-1 7 16,3 2-11-16,-1-6 0 16,-1 0 3-16,-3-8 4 15,-3-7-7-15,0-2 1 16,-3-5 6-16,2 0 4 16,1 0 2-16,3-17-12 15,2-10 9-15,-2-7-10 16,-1-2-3-16,2-1-3 15,0 2-12-15,-4 7 18 16,-1 7 0-16,0 7 2 0,-2 8 21 16,-2 6-17-16,2 0 18 15,-2 0-21-15,0 0-2 16,0 0-2-16,0 0-11 16,0 2 4-16,0 10 6 15,0 2-69-15,0 0-98 16,-2-2-118-16,2-2-316 15</inkml:trace>
  <inkml:trace contextRef="#ctx0" brushRef="#br1" timeOffset="-81920.45">9587 16714 398 0,'0'0'236'15,"0"0"-235"-15,0 0 9 16,0 0-7-16,0 0 25 16,0 0 30-16,29 22-8 15,-18-18-17-15,1 0 31 16,-4-4 25-16,-1 0-36 16,2 0 14-16,0 0-12 15,2 0-8-15,2 0-12 16,3-4-33-16,4-10 9 15,2-3-10-15,-4-1 2 16,-1 0 0-16,-5 1-3 16,-3-2-3-16,-3 6 1 15,-4-4-8-15,-2 8 10 0,0-3 4 16,0 5-2-16,-4 3 13 16,-9 4-15-16,-5 0-9 15,-1 0 9-15,-6 0-11 16,0 14 8-16,3 9 3 15,-3-2 0-15,5 9 1 16,7 2 1-16,2 9 5 16,9-10 14-16,2 0-18 15,0-4 9-15,15-8-1 16,9-3-9-16,8-7 9 16,1-9 0-16,3 0 0 15,4-3 2-15,-2-21-3 16,-3-7-7-16,-6-4-3 0,-2-5 0 15,-4-5-8 1,-3 5 8-16,0-4 0 0,-4 3-3 16,-3-5-12-16,-3 7 15 15,-2 3 0-15,-6 6 0 16,2 3 0-16,-4 14 2 16,3 3-2-16,-1 6 0 15,-2 4-10-15,0 0 5 16,0 0-1-16,0 0-3 15,0 0 2-15,-2 0 7 16,-11 9 0-16,-4 8-1 16,7-3-2-16,-6 12 1 0,3 2 2 15,3 6 0-15,1 8 3 16,9 2 0-16,0 5 3 16,0-3 4-16,0-2 0 15,3-5 0-15,11-8-5 16,1-11 1-16,1-4 12 15,1-11-18-15,6-5 0 16,1 0 22-16,3-9-22 16,2-17-3-16,-7-2-28 15,2-3-48-15,3-5-79 16,2 0-181-16</inkml:trace>
  <inkml:trace contextRef="#ctx0" brushRef="#br1" timeOffset="-81051.94">10833 16383 507 0,'0'0'159'0,"0"0"-18"15,0 0 15-15,0 0-95 16,0 0-24-1,0 0-28-15,0 0 5 0,23 21-10 16,-23 4 23-16,0 5-21 16,-8 6 28-16,-11-2-28 15,-1 8 1-15,-1-1 2 16,2-2-2-16,1 1-7 16,2-3 6-16,5-7-4 15,2-9 8-15,5-6-10 16,2-5 0-16,2-6 2 15,0-4 7-15,0 0-9 0,0 0 12 16,2-6-10-16,13-17-4 16,1-12-2-16,1-5-13 15,1-5 16-15,3 1-19 16,-4-5 19-16,3 0-1 16,1 1 4-16,-2 6 2 15,0 3-4-15,-2 12 0 16,-1 0 5-16,-3 13 2 15,-4 5 0-15,-2 5 3 16,-5 4-4-16,-2 0 2 16,2 0-8-16,0 0-14 15,1 9 14-15,1 18 4 16,0 13 17-16,4 6-6 16,2 12-6-16,4 2 26 15,-1 5-29-15,0-7-3 0,-1-5 5 16,1 0-4-16,-1-18-4 15,-6-4 0-15,1-13 1 16,-3-12-7-16,-2-3-13 16,-2-3-45-16,0 0-29 15,0 0-54-15,0-13-193 16</inkml:trace>
  <inkml:trace contextRef="#ctx0" brushRef="#br1" timeOffset="-80869.78">10848 16705 472 0,'0'0'308'0,"0"0"-133"0,0 0-21 16,0 0-18-1,0 0-93-15,0 0-10 0,41-10-5 16,-3 2-24-16,4 3-8 16,1-4-35-16,1 1-46 15,3 2-68-15,-5-2-110 16,-2-2-181-16</inkml:trace>
  <inkml:trace contextRef="#ctx0" brushRef="#br1" timeOffset="-80104.22">11373 16601 135 0,'0'0'365'16,"0"0"-229"-16,0 0-33 16,0 0-19-16,0 0-5 15,0 0 7-15,6-12-45 0,-6 6-5 16,0 2-6-1,0-4-24-15,0 3 26 0,0-4-20 16,0-1-12-16,0 3 21 16,-8-2-20-16,-2 3 18 15,2 6 5-15,-3 0-16 16,-1 0 5-16,1 0-13 16,-5 2 0-16,3 18-6 15,-3 8 13-15,3 2-7 16,5-2 0-16,3 2 7 15,5-2-9-15,0-5 2 16,0-11 0-16,0-2-3 0,7-6 6 16,6-4-3-16,3 0 28 15,3-17-24-15,2-7 10 16,-1 2-14-16,-1-4 0 16,0-1 0-16,-4 4 3 15,1 5-3-15,-1 6 0 16,-5 2 3-16,-2 6 7 15,-4 1-10-15,-1 3 0 16,-1 0 10-16,0 0-10 16,5 0-6-16,0 17 5 15,-1 5 0-15,-1 9 0 16,-1 8 1-16,-2 7 0 16,6 7 12-16,-4 1-8 15,0-4-4-15,-2 2 0 0,1-6 2 16,-1-2 0-16,-2-7-2 15,0-2 0-15,0-4-6 16,0-5 6-16,-5-2 0 16,-5-2 10-16,0-5-10 15,-1 0 19-15,3-3-19 16,-4-4 0-16,1 2 12 16,-5-2-12-16,1-3 0 15,-1 0 5-15,3-7-3 16,2 0 25-16,4 0-19 15,0-7 12-15,1-19 5 16,6-6-14-16,0-7-11 0,0-6 13 16,8-3-11-1,10 2 4-15,7 2-6 0,4-5 0 16,2 3-6-16,-4 3-2 16,-3 2-22-16,-4 9-8 15,-4 2-44-15,0 12-67 16,0 5-66-16,-6 0-126 15,3 7-117-15</inkml:trace>
  <inkml:trace contextRef="#ctx0" brushRef="#br1" timeOffset="-78832.74">11669 16677 19 0,'0'0'269'0,"0"0"-78"16,0 0-27-16,0 0-42 15,0 0-18-15,0 0-34 16,5-4-35-16,-3 4-5 0,2 0 11 15,1 0-26-15,3 0 34 16,2 0-12-16,-1 4-36 16,1-4 18-16,2 0-18 15,-1 0 0-15,2 0 21 16,-1 0-21-16,-2-7 6 16,1-7-7-16,-1-5-5 15,-6 6 1-15,1-4 4 16,-5 8-2-16,0-3-11 15,0 5 16-15,0-1-3 16,0 3 0-16,0 5-13 16,0 0 12-16,-11 0-6 0,-1 0 5 15,-3 0-8-15,-1 0 9 16,1 5 1-16,-1 7 14 16,3 6-10-16,1 5 12 15,3 0-3-15,3 7-12 16,4 2 19-16,2 3-20 15,0-3 0-15,0-10-1 16,15 0 7-16,5-8-7 16,-2-11 2-16,2-3 6 15,2 0 21-15,-3 0-26 16,-2-12 3-16,-1-5-5 16,-1-1-28-16,-1-5 24 15,-1 0-14-15,3-3 12 0,-3-1-3 16,3 1 9-1,-3 6 0-15,0 4 5 0,-1 6 5 16,-2 6-6-16,-5 1 1 16,-3-2 2-16,0 5-1 15,-2 0-6-15,3 0-10 16,-1 12 10-16,-2 6-4 16,0 8 4-16,0-2 0 15,0 7 2-15,0-9 9 16,0 0-7-16,0-8-4 15,0-6 2-15,0-2 6 16,0-2-8-16,0-4 7 16,0 0-7-16,0 0 26 15,7 0-24-15,-1-8 6 0,3-6-8 16,5-5-2-16,-3 2 2 16,0-1-8-16,0 4 8 15,-2-3-8-15,3 3 8 16,1 4 0-16,-1-2-1 15,2 6 7-15,-1-2-6 16,1 4 0-16,-1 4 3 16,-1 0-9-16,-1 0 6 15,-3 0 0-15,2 12-1 16,1 2 4-16,-5 4-3 16,5 0 0-16,-4 1 4 0,2-5-2 15,-2-2 0-15,-3-7-2 16,3-1 0-1,0-4 9-15,1 0-7 0,3 0 4 16,5 0-6-16,-1-18 8 16,1-4-8-16,1-5-7 15,-4 1-2-15,2-6-21 16,-1 6 25-16,-4-11-9 16,-2 1 6-16,-4-4 3 15,0 0 3-15,-4-1 2 16,0 7 0-16,0 7 10 15,0 4-9-15,0 10-1 0,0 4 6 16,0 4-11-16,0 2 7 16,0 3-2-16,-2 0 0 15,0 0-4-15,0 0 1 16,0 0 2-16,-6 5-6 16,4 11-2-16,-2 5 8 15,-1 12 1-15,0 3 3 16,2 4 1-16,3 6 2 15,0 2 5-15,0 0-5 16,2 2 26-16,0-6-26 16,0-3 5-16,0-6-2 15,8-12 0-15,2-5-11 16,-1-8 2-16,-3-6 0 16,1-4 9-16,4 0 1 15,5 0-3-15,0-10-7 0,1-12-30 16,-1-1 2-16,-5-4-51 15,-4 0-45-15,-3 1-23 16,-4 4-81-16,0-2-152 16</inkml:trace>
  <inkml:trace contextRef="#ctx0" brushRef="#br1" timeOffset="-78641.85">12327 16531 428 0,'0'0'292'15,"0"0"-110"-15,0 0-12 16,0 0-36-16,0 0-63 0,0 0-33 16,80-40-32-1,-42 30 7-15,-5 2-13 0,-8-3 5 16,-12 11-11-16,-6 0-39 16,-4 0-98-16,-3 0-262 15</inkml:trace>
  <inkml:trace contextRef="#ctx0" brushRef="#br1" timeOffset="-77221.08">5731 17606 156 0,'0'0'57'15,"0"0"40"-15,0 0 30 16,0 0 5-16,0 0-32 16,0 0-48-16,-41-31 51 15,37 28-10-15,-3 3-18 16,3-2-2-16,0 2-33 15,-1-4 5-15,1 4-15 0,-1 0-16 16,5 0 27-16,0 0-24 16,0 0 3-16,2 0-3 15,23 0-12-15,15 0-5 16,13 0 35-16,9-5-34 16,4 5-1-16,-1 0 0 15,-7 0-37-15,-10 0 9 16,-13 0-58-16,-14 0 42 15,-15 0 10-15,-6-3 10 16,0-1-16-16,-24 2 9 16,-8-6-12-16,1 4 37 15,0 0-15-15,7-1 19 16,2 5 2-16,4 0-3 16,5 0 1-16,1 0 2 15,8 0 0-15,-1 0 39 0,3 0-1 16,2 0 26-16,0 0-4 15,0 0-24-15,0 0 0 16,0 0-29-16,0 0-4 16,0 0-6-16,0 13-12 15,0 18 15-15,0 10 19 16,-4 13-16-16,4 8 15 16,-2 1-18-16,2 3 4 15,0-4 4-15,0-12-3 16,0-10-10-16,0-8-31 15,0-11-132-15,13-12-82 16,13-9-254-16</inkml:trace>
  <inkml:trace contextRef="#ctx0" brushRef="#br1" timeOffset="-76748.09">6391 17642 529 0,'0'0'145'0,"0"0"-67"16,0 0 21-16,0 0 8 15,0 0-41-15,0 0-47 16,0-12 5-16,0 12-12 16,0 0 1-16,0 0 23 15,0 0-27-15,-10 0 7 0,-3 3 3 16,-3 20-12-16,1 7 4 15,-1 2 1-15,1 8 2 16,5-3 15-16,6 2-29 16,4-3 1-1,0 0 15-15,0-6-14 0,10-1 6 16,7-9-8-16,3-11 8 16,5 2-1-16,2-11-4 15,1 0 15-15,-1-28-18 16,-5-13-2-16,-3-7 2 15,-11-10-33-15,-8 4 2 0,0 1 28 16,-4 0 6 0,-19 16 6-16,1 10 14 0,0 8-20 15,0 12 4-15,1 7-7 16,4 0-2-16,-1 4-7 16,3 14 4-16,5 4-31 15,8 4-62-15,2-2-138 16,25-7-171-16</inkml:trace>
  <inkml:trace contextRef="#ctx0" brushRef="#br1" timeOffset="-76263.82">6983 17987 608 0,'0'0'202'0,"0"0"-139"16,0 0 57-16,0 0-2 15,0 0-48-15,0 0-32 16,11-22-18-16,16 16-2 15,6-3-14-15,4 6 5 16,1-3-2-16,-1 6-1 16,-1-5-6-16,-7 2 0 15,-7-1-16-15,-4-2-5 16,-9 2-75-16,-2 0 0 16,-5 0-19-16,-2-3-110 0,2 0-357 15</inkml:trace>
  <inkml:trace contextRef="#ctx0" brushRef="#br1" timeOffset="-75710.36">7870 17481 685 0,'0'0'186'0,"0"0"-125"16,0 0 31-16,0 0-31 16,0 0 35-16,0 0-54 15,87-8-35-15,-44 8 20 16,2-2-26-16,-1-2 8 16,-4 1-9-16,-2-6 5 15,-7 3-14-15,-4-2-23 16,-6 0-47-16,-6 2 13 15,-7-1-70-15,-2 2-22 16,-6-4-36-16,0 4-184 0</inkml:trace>
  <inkml:trace contextRef="#ctx0" brushRef="#br1" timeOffset="-75425.52">8125 17423 20 0,'0'0'212'16,"0"0"-87"-16,0 0-21 15,0 0 20-15,0 0-44 16,0 0-29-16,-16 0 22 16,14 4-15-16,0 1-18 15,-3 4-9-15,3 9 2 16,-2 13 27-16,4 5-2 16,0 8-15-16,0 5 11 0,0 9-34 15,0 1-10 1,0-5 27-16,0-5-37 15,0-14 5-15,0-8-3 0,0-13 4 16,0-2 7-16,0-10-13 16,6-2-44-16,9 0-101 15,10 0-6-15,4-6-315 16</inkml:trace>
  <inkml:trace contextRef="#ctx0" brushRef="#br1" timeOffset="-73738.82">8423 17602 106 0,'0'0'119'0,"0"0"43"16,0 0 9-16,0 0-12 15,0 0-25-15,0 0-44 16,12-15-14-16,-12 15-27 16,0 0-19-16,0 0 8 15,0 0-35-15,0 0-3 16,0 0-6-16,0 11 6 15,-9 10 26-15,-3 5-22 16,6 6-2-16,-1 5 11 0,5 11-9 16,2-2 4-1,0-1-5-15,0-1 0 0,11-8 5 16,5-10-8-16,1-4 0 16,2-12 15-16,0-7-8 15,4-3 4-15,1 0-4 16,1-13-5-16,-3-13-2 15,-2-14-33-15,-6-1-4 16,-8-4 12-16,-3 0-14 16,-3 1 24-16,0 8 4 15,-9 2 11-15,-7 14 1 16,3 3 0-16,-3 8 10 16,1 4 16-16,-6 5-26 15,1 0-2-15,0 5-1 0,0 13 2 16,2 5 24-16,5-2-22 15,4 4 1-15,7 4 1 16,2 3-4-16,0-6 0 16,11 6-9-16,16-14 9 15,4-5 9-15,2-9-9 16,3-4 29-16,-1 0-10 16,-1-19-19-16,-3-7-2 15,0 4-38-15,-4-7-5 16,0 0 17-16,-5 3 6 15,-3 3-15-15,-4 0 28 0,-5 7-2 16,0 2 11-16,-6 4 15 16,-4 10 13-16,0-4-7 15,0 4-21-15,0 0 0 16,0 0-8-16,0 0 8 16,0 4 0-16,-2 13 3 15,-6 3 1-15,-4 1 3 16,3 11-6-16,1 4 3 15,-4 12 32-15,5 6-23 16,5 1-1-16,2-4 0 16,0-8-11-16,0-17 10 15,0-12-11-15,4-10 0 16,7-4 0-16,3 0 32 16,3-9-12-16,8-18-10 15,0-9-10-15,4-5-30 0,0-3-32 16,0-6 19-16,-4 6 0 15,-2 4-9-15,-4 12 44 16,-1 2-2-16,-5 4 7 16,1 10 3-16,-6 2 4 15,-3 6 9-15,-3 4 20 16,-2 0-33-16,0 0-4 16,0 0-27-16,0 0 31 15,0 14 9-15,0 7 2 16,0-1-10-16,0 1 16 15,-2 9-13-15,2 3 10 16,0 2 8-16,0-4-16 0,10-4 25 16,6-4-15-1,2-9 2-15,0-6-14 0,2-8 5 16,2 0 6 0,-2-4 14-16,3-21-28 0,-1-9 12 15,-2-2-13-15,-2 0-14 16,-5 0 8-16,-3 0-4 15,-6 1 10-15,-2 9 5 16,-2 3-1-16,0 9 17 16,0 2-4-16,0 8-4 15,0-2 28-15,0 6-15 16,0 0 0-16,0 0-26 16,0 0-8-16,0 0 3 15,-6 13-1-15,0 6 6 16,6-5-6-16,0-1-15 0,0-4-14 15,10-6 25-15,5-3-31 16,1 0 41-16,-3 0-5 16,3 0 7-16,-5 0-13 15,3-7-2-15,-6 2 5 16,1 5-5-16,-2 0-1 16,0 0 5-16,0 12-8 15,-1 15-5-15,3 1 15 16,-3-2 14-16,2 0 41 15,-2-3-15-15,0-10-15 0,1-6 20 16,5-7-14 0,3 0 12-16,7-3 30 0,5-19-44 15,4-8-18-15,-2-2-4 16,0 6-1-16,-2-2-14 16,-5 2-11-16,-6-1-32 15,-7 6-30-15,-5 7-38 16,-4 3-59-16,0 4-143 15</inkml:trace>
  <inkml:trace contextRef="#ctx0" brushRef="#br1" timeOffset="-72632.14">10447 17433 6 0,'0'0'156'16,"0"0"-46"-16,0 0 13 0,0 0 23 15,0 0-44-15,0 0-7 16,-2-10-34-16,-2 10-23 16,-5 9-21-16,2 14-6 15,0 12 36-15,3 4-14 16,4 7-7-16,0 3 12 16,0-3-32-16,4-2 10 15,15 0-11-15,0-12 1 16,4-6-6-16,-1-8 1 15,3-18 7-15,0 0 28 0,-2-18-25 16,-2-22-11-16,-3-4-16 16,-9-6-35-16,-7 1 23 15,-2 8-17-15,0-3 22 16,-2 9 23-16,-15 12 10 16,4 11 25-16,1 7 14 15,-7 5-35-15,1 0 0 16,-1 13-6-16,0 9-5 15,4 6 18-15,6 8-17 16,7 2 1-16,2 2 5 16,4 1-10-16,23-9 8 15,8-6-8-15,4-6-4 16,3-17 2-16,0-3 2 16,-6-6 0-16,-2-24 1 15,-5-6-1-15,-2-4-2 0,-6-1-2 16,4 2 4-1,-7 3 3-15,-1 4-3 0,2-7 0 16,-9 7 16-16,4 0-14 16,-5 10 28-16,-3 9 16 15,-1 4-16-15,-1 6 25 16,-1-2-39-16,-3 5 1 16,0 0-17-16,2 0-2 15,0 26-7-15,1 11 1 16,-1 16 8-16,-2 18 18 15,0 13-18-15,0 24 0 16,-2 26 16-16,-8 9-12 0,1 3-2 16,1-15-2-1,-1-19 4-15,4-20 0 0,0-20-4 16,3-22-21-16,0-15-21 16,2-21-90-16,0-14-69 15,0 0-171-15,4-18-104 16</inkml:trace>
  <inkml:trace contextRef="#ctx0" brushRef="#br1" timeOffset="-71570.73">10894 17790 49 0,'0'0'657'15,"0"0"-554"-15,0 0-12 16,0 0 21-16,0 0-36 0,0 0-35 15,46-162-1-15,-17 153-36 16,0 6-4-16,-4-1 3 16,-1 4 3-16,-3 0-12 15,-2 0 5-15,-3 16-11 16,-5 6 9-16,-2-2-23 16,-9 1 26-16,0-1-3 15,0-5 14-15,-18 3-5 16,-6-4-3-16,-5 4 1 15,0-10 18-15,2 3-17 0,4-4-1 16,4-7-4-16,5 0 2 16,5 0 26-16,3-14-6 15,4-2 5-15,2-2 20 16,0 4-33-16,0 0 16 16,0 2-20-16,0 9-3 15,0-4 19-15,0 3-26 16,4 4 0-16,0 0-7 15,3 0 12-15,4 0-5 16,2 0 0-16,6 11 8 16,-4 1-8-16,3 5 0 15,1-3 0-15,2 1-2 16,3 0 5-16,-1-9-3 16,2-1 0-16,3-5-16 15,3-5 8-15,5-13-11 0,-2-10-8 16,-3 2 26-1,-4-1-22-15,-3 1-1 0,-6 3-7 16,-2 0 4-16,-1 2 24 16,-6 3 2-16,0-4 1 15,-2 8-6-15,-5 1 9 16,-2 8-3-16,0 1 6 16,0-1 0-16,0 1 0 15,-2 4-6-15,-9 0 0 16,-3 0-8-16,3 0 8 15,-3 0 0-15,1 0-2 16,-1 0 1-16,-1 9-5 16,3 5 6-16,2 8 0 15,3 7-10-15,7 0 12 0,0 7-2 16,0 3 0-16,21-7 3 16,-2-1 4-16,4-9-7 15,-1-8 0-15,-2-14-2 16,2 0 8-16,1 0 42 15,1-24-24-15,-2-6-23 16,3 2 11-16,-3-6-12 16,-1 5 0-16,-2 0-3 15,-3 0 3-15,-1 0 0 16,-5 11 3-16,-4 4 0 16,-6 5 12-16,0 5-7 15,0 4-4-15,0 0 7 16,0 0-11-16,0 0 0 0,-14 0-4 15,-3 9 14-15,-3 5-14 16,-3 2 4-16,4-2 0 16,5 0-4-16,3 4 4 15,5-4-1-15,6 4-4 16,0 2-6-16,0 0 4 16,2-4 6-16,17 2 1 15,6-8-3-15,4 2 11 16,2-2 3-16,0-2-4 15,3-8-2-15,-5 0-10 16,0 0 3-16,-3-12-67 16,1-9-83-16,-2-8-284 0</inkml:trace>
  <inkml:trace contextRef="#ctx0" brushRef="#br1" timeOffset="-70740.75">11999 17587 450 0,'0'0'295'0,"0"0"-266"16,0 0-26-16,0 0 2 15,0 0-1-15,0 0 7 16,0 0 15-16,0 0 14 16,0 0 36-16,0 0 31 15,0 0-47-15,2-3-42 0,0-9-15 16,-2-2 3-1,0-4-3-15,0 4-3 0,0-4 2 16,0 5 30-16,-4 4-23 16,-3 1 4-16,3 3 9 15,0 5-16-15,-6 0 2 16,1 0-8-16,-6 8-3 16,1 14-5-16,-1 1 8 15,-1 5 0-15,1 2 0 16,1 5 6-16,3-2-6 15,5 1 1-15,6-6 1 16,-2-6 0-16,2-4-1 0,0-6 2 16,0-6-3-1,0-6-14-15,4 0 4 0,11-3-3 16,3-17 13-16,2-11-2 16,0 4-19-16,-2 4 21 15,0 0-2-15,-4 11 8 16,-4-2 1-16,1 11 12 15,1-1-6-15,-1 4 10 16,5 0-17-16,-3 0-6 16,3 0 1-16,1 12 8 15,1 2-9-15,-3 0 0 16,2-6 1-16,-2 2 5 16,-1-6-3-16,1-4-3 15,1 0 10-15,1-4-5 16,1-14 3-16,-2-4-8 0,2-2-21 15,0-2 16 1,-1-2-17-16,-1-7 9 0,-5 4 7 16,-1-10-7-16,-4 5 13 15,-2 1 1-15,-1 9 8 16,-1 7 27-16,-2 11-19 16,0 3 0-16,0 5-7 15,0 0-5-15,0 0-6 16,0 0 1-16,0 0-2 15,0 0-8-15,0 13 10 0,0 6 0 16,0 7 4 0,0 9 5-16,0 5-3 0,0 1-6 15,0-2 4-15,2-2-1 16,2-5-2-16,3-2-1 16,0-6 0-16,0-6-38 15,1-11-63-15,-1-7-38 16,-2 0-135-16,-1-7-242 15</inkml:trace>
  <inkml:trace contextRef="#ctx0" brushRef="#br1" timeOffset="-70013.82">12283 17536 569 0,'0'0'336'15,"0"0"-251"-15,0 0-23 16,0 0 29-16,0 0-5 15,0 0-75-15,112-23-9 0,-71 13-2 16,-1-3-24-16,-7 1 10 16,-1-2 3-16,-6-1 7 31,-5-1 0-31,-6 6 5 0,-3 0-1 16,-6 6 0-16,-4 4 2 15,1 0-6-15,-3 0-3 0,0 0-24 16,0 0 20-16,0 18 7 15,0 4 4-15,0 2 24 16,0 2-7-16,0 4 10 0,0-1-8 16,0-3-14-16,2-4 15 15,11-4-19 1,1-4 0-16,1-7 9 16,1-7-7-16,1 0 6 0,-5 0-9 15,-1-17-14-15,-5-5-3 16,-6 0-31-16,0-4 16 15,0 4 25-15,-19-2-7 16,-6 2 14-16,2 5 9 16,-1 8 4-16,2 0 21 15,4 9-24-15,7-1-2 16,5 1 15-16,2 0-21 16,4 0 0-16,0-5-2 0,0 5 0 15,14-8 32 1,7 0-28-16,2 2 11 15,2 2-15-15,-2 4 2 0,4 0-5 16,-3 0-3-16,2 0-20 16,1 14 25-16,-2 8-12 15,-3 0 13-15,-1 0-6 16,-4-3 3-16,-8 3 2 16,-4-8 1-16,-5-2-12 15,0-7 8-15,0 0-1 16,-2-1 5-16,-1-4 38 15,0 0-28-15,3 0 22 16,0 0 15-16,0-14-22 16,0-12-16-16,21-5-9 0,6-1 0 15,4 0 3-15,0 3-3 16,-2 3-7-16,-4 6-25 16,-6 11-57-16,-1 6-82 15,-5 3-371-15</inkml:trace>
  <inkml:trace contextRef="#ctx0" brushRef="#br1" timeOffset="-68220.41">13399 16054 544 0,'0'0'93'0,"0"0"-71"15,0 0 19-15,0 0 27 16,0 0 9-16,0 0-37 15,58-157-6-15,-40 143 8 16,-1 5-24-16,1 0 16 0,1 3 1 16,-2 2-29-16,3 4 14 15,-3 0-20-15,2 4 0 16,-3 20-7-16,-3 11 10 16,-2 4-3-16,-4 7 28 15,-3 9-16-15,-2 7 18 16,-2 4-9-16,0 6-2 15,0 0 12-15,0-1-31 16,0-10 9-16,3-10-5 16,7-7 5-16,4-8-6 15,1-10-3-15,4-8 1 16,-2-4 2-16,1-2 1 16,3-10 1-16,-4 3-5 0,3-5-21 15,3 0 11-15,-2-11-19 16,0-7-20-16,1-4 36 15,-4 1-18-15,0 2 18 16,-5-3 10-16,-2 0 3 16,-2 4 2-16,-7 4 9 15,0 6 2-15,-2 4 18 16,0 2-5-16,0 0 7 16,0 2-12-16,0-2-20 15,0 2 10-15,-8 0-11 16,-1 0 3-16,2 0-8 15,-2 0 5-15,3 0 0 16,-3 2 0-16,2 10-3 16,-2 6 2-16,0 5 1 0,3 3 0 15,-2 15-4-15,6 11 5 16,0 10-1-16,2 11 0 16,0-1 9-16,0 8-1 15,0 0-5-15,0 0-2 16,7 0 16-16,-2 1-17 15,-3 0 6-15,-2-6 2 16,0-3-3-16,0-6 5 16,0 1-2-16,0-4-8 15,0 4 32-15,0 4-25 16,0-8 4-16,0-5-2 16,0-9-4-16,0-8-2 15,0-10-3-15,0-4 2 16,0-6-2-16,0-7 2 0,0 0-2 15,0-5 0-15,0-6 2 16,0-1-2-16,0-2 1 16,0 0 0-16,0 0 25 15,0 0-22-15,0 0 8 16,-2 0 4-16,2 0-15 16,-3 0 15-16,-4 0-7 15,-4 0-7-15,-9-14 5 16,-5-4-7-16,-1-1-42 15,-8 12-38-15,-1-3-210 16,-3 2-541-16</inkml:trace>
  <inkml:trace contextRef="#ctx0" brushRef="#br1" timeOffset="-66390.59">5241 16383 187 0,'0'0'166'16,"0"0"-111"-16,0 0-8 16,0 0 29-16,0 0-7 15,0 0-13-15,89-72-27 16,-89 72 20-16,0 0 9 16,0 0 1-16,-2 0 28 0,-23 0-52 15,-12 1-23-15,-7 19 0 16,-7 13-3-16,-4-1 19 15,-3 12-17-15,0 0 9 16,2 6 13-16,6-2-31 16,15 2 13-16,12-6-5 15,15-7-7-15,8-7-6 16,2-7-1-16,27-6 4 16,9-3 22-16,9-4-21 15,-5-7 16-15,-3-3-2 16,-14 0-12-16,-9 5 9 15,-9-5-12-15,-5 0 0 16,-2 0 15-16,0 0-5 16,0 0-10-16,0 4-6 0,0 10-1 15,-13 4 7-15,-1 4 0 16,-5-1 3-16,-4 4 3 16,3-4 1-16,-2-4-7 15,4-2 11-15,4-8-9 16,3 0 20-16,5-4-18 15,4-3 0-15,0 0 21 16,2 0-23-16,0 0 21 16,0 0 1-16,0 0-6 15,0-3 10-15,0-8-28 16,2-1 0-16,2-2 8 16,2 5-8-16,1-3-5 15,3 1 5-15,-4 3 0 16,3 4-4-16,-5 0 4 15,3 2 0-15,0 2-2 0,-1 0-6 16,3 0 6-16,5 0-4 16,-1 15-7-16,3 11 8 15,-1 1-2-15,-1 13 7 16,-3 9-8-16,-3 5 9 16,2 0-2-16,-8 8 1 15,0 10 0-15,-2 3-5 16,0 10 5-16,0 10 0 15,-11 7-2-15,-2 14 11 16,0 16-4-16,5 4-1 0,8-3 2 16,0-12 7-16,0-13-13 15,10-20 1-15,3-16 2 16,-2-14 5-16,-4-17-8 16,-5-11 12-16,-2-12-5 15,0-12 19-15,0-2-21 16,2-4-1-16,-2 0 27 15,2 0-30-15,-2 0 14 16,0 0-11-16,0 0 3 16,0 0-2-16,0 4-5 15,0-4 0-15,0 4-2 16,0-4 4-16,0 0-2 16,0 0 0-16,0 0 7 0,0 0-5 15,3 0-2-15,-3 0 0 16,2 0-5-16,0 0 6 15,-2 0-1-15,2 0 0 16,-2 0 3-16,0 0-4 16,0 0 1-16,0 0 0 15,0 0 0-15,0 0 4 16,9 0-8-16,11-8-28 16,25-10-38-16,15-11-65 15,11-10-317-15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7-13T15:24:13.184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3125 1034 345 0,'0'0'199'16,"0"0"-99"-16,0 0-42 15,0 0-9-15,0-4-11 16,0 2 26-16,0 1-24 0,2-3 5 15,0 1 19-15,-2 1-36 16,2 0 9-16,-2 1-10 16,0 1-16-16,0 0 14 15,0 0-25-15,0 0 0 16,0 0-1-16,0 0 5 16,0 0-4-16,0 0 0 15,2 0 4-15,-2 0 9 16,0 0-11-16,0 0 10 15,0 0 19-15,0 0-23 16,0-2 21-16,0 2-9 16,0 0-14-16,-4 0 13 15,-11 0-19-15,-5 0 0 16,-3 0-8-16,-4 17 1 0,-4 5 7 16,4 4 0-16,0-2 0 15,6 1-3-15,7-6 3 16,3-2 0-16,9-9-4 15,2-4-8-15,0-2 8 16,0-2-12-16,17 0 7 16,17 0 9-16,2 0 22 15,4 0-14-15,0 0-8 16,-9 3 0-16,-7 4-5 16,-5 3-3-16,-11-1 2 15,-6 4-5-15,-2-1 11 0,0 2 0 16,-10 0-5-16,-19-2 17 15,-3-2-8-15,1-4 12 16,0-6-11-16,2 0 28 16,7 0-33-16,3 0 3 15,9-2 3-15,5 1 2 16,3-2-8-16,0 3 0 16,2 0-8-16,0 0 6 15,0 0-99-15,0 0-69 16,4 4-71-16,14 7-38 15</inkml:trace>
  <inkml:trace contextRef="#ctx0" brushRef="#br0" timeOffset="851.36">3262 1143 126 0,'0'0'500'0,"0"0"-424"16,0 0-54-16,0 0-17 15,0 0 2-15,0 0 31 0,30 8-35 16,-10-8 7-16,2 0 10 15,-1 0 3-15,-2 0 38 16,0 0-15-16,-7-5-13 16,5-2-6-16,-7-3-19 15,1 0 8-15,-1-3-16 16,-4 2 0-16,-4-1 12 16,-2 2-12-16,0 1 0 15,0 4-5-15,0 2 3 16,0 2-1-16,-8 1 0 15,-8 0 3-15,-4 0-9 16,0 11 7-16,-5 8 2 16,5 1-6-16,0 4 3 15,6 2 3-15,4 2 6 16,3 0-4-16,5-1 32 0,2-4-26 16,0 0 5-16,15-4 14 15,5-3-23-15,7-4 16 16,0-4-20-16,4-8 3 15,1 0 7-15,-1 0 17 16,2-18-19-16,-2-12 17 16,3-6-25-16,-3-6 0 15,-2-3 0-15,0 1 8 16,-7 1-5-16,-2-1-3 16,-2 1 0-16,-7 1-2 15,-3 2 5-15,-2 5-3 16,-6 4 0-16,0 9 6 0,0 8 1 15,0 4-7-15,0 6 0 16,0 4-6 0,0 0 5-16,0 0 0 0,0 0-4 15,0 0-10-15,0 0 13 16,0 20-11-16,-8 8 13 16,0 8-5-16,-3 8 5 15,-1 4 0-15,6 5 0 16,-1-2 4-16,5 0 12 15,-2-3-6-15,2-6-3 16,-1-4 5-16,3-6-4 16,0-9-8-16,0-3 0 0,0-13 6 15,0-2-15 1,9-5-29-16,8 0-57 0,10-9-8 16,2-11-172-16,0-4-310 15</inkml:trace>
  <inkml:trace contextRef="#ctx0" brushRef="#br0" timeOffset="1929.3">3881 1167 95 0,'0'0'389'0,"0"0"-225"15,0 0-64-15,0 0-2 16,0 0-25-16,0 0-14 16,0-3-46-16,0 3 7 15,0 0-7-15,4 0-12 16,5 0 11-16,2 0-1 0,7-1 4 15,0-3 5-15,1-2-15 16,-3-4-1-16,3-2-4 16,-4 0-7-16,-1-2 5 15,-4-3-15-15,-5 3 2 16,-3 3 1-16,-2 0-8 16,0 3 22-16,0 5-1 15,0 1-16-15,-4 2-1 16,-9 0-11-16,-4 0 29 15,-3 12-5-15,1 8 2 16,-2 6 3-16,3 1 14 16,5 6-7-16,4 1 33 15,5 1-28-15,4-4 4 0,0-3 3 16,0-6-11 0,7-4-3-16,6-6-5 0,5-10 9 15,4-2-7-15,6 0 6 16,5-26 12-16,2-8-20 15,-2-4-25-15,-4 0 18 16,-2 2-6-16,-3 8 3 16,-4 4 7-16,1 8 3 15,-8 5 0-15,-1 8-7 16,-4 3 12-16,-1 0-10 16,1 0 2-16,-2 3-35 15,0 11 36-15,-2 5-11 0,-2 1 13 16,3-2 24-1,-3-2-20-15,0-4 4 0,0-5-6 16,-2 0 3-16,0-3 4 16,0-4-9-16,0 0 0 15,0 0 10-15,0 0-6 16,0 0-6-16,0 0 2 16,0-11-17-16,-6-6 16 15,-3 3-20-15,1-3 21 16,0 6-9-16,2 3 13 15,3 2-4-15,-1 4 0 16,4 0 3-16,-2 2 1 16,-2 0-4-16,-2 0-13 15,0 10 2-15,-1 11 9 16,-1 4 2-16,1 1 0 0,7 6 1 16,0 0 21-16,0 1-18 15,7-2 1-15,14-4 10 16,6-10-6-16,4-5-9 15,-2-6 7-15,-2-6 9 16,4 0-14-16,5-18 35 16,9-18-31-16,-1-10-12 15,-7-2-4-15,-11 1 10 16,-8 4-3-16,-7-3 4 16,-6-3-12-16,-3 1 13 15,-2 0-2-15,0 4 2 16,0 10 5-16,0 12-7 0,0 10 0 15,0 8 7-15,0 4-17 16,0 0 9-16,0 0-17 16,0 0 13-16,-7 0-19 15,2 10 23-15,-3 16 1 16,-1 8 0-16,-1 8 1 16,4 8-1-16,2 4 0 15,1 3-3-15,3-6 9 16,0 0-6-16,0-9 0 15,0-10 3-15,0-6-3 16,5-12 0-16,1-8-46 16,-1-6-80-16,0 0-65 15,-3-18-159-15</inkml:trace>
  <inkml:trace contextRef="#ctx0" brushRef="#br0" timeOffset="2127.13">4458 1119 368 0,'0'0'409'16,"0"0"-286"-16,0 0-9 15,0 0-34-15,0 0-36 16,0 0 2-16,77 0-29 16,-31-10-17-16,0-4 0 15,1-5-27-15,0-1-48 0,-9 1-86 16,-5-3-120-16</inkml:trace>
  <inkml:trace contextRef="#ctx0" brushRef="#br0" timeOffset="2938.79">5401 958 90 0,'0'0'82'0,"0"0"-4"16,0 0-4-16,0 0 28 15,0 0-24-15,0 0-51 16,29-2 18-16,-29-6-13 16,0-5-27-16,0 1 40 15,0-5-18-15,0-1-6 16,0 0 19-16,0-1-32 0,0-2 25 16,-2 1 8-16,-3 2-15 15,0 6 39-15,3 2-26 16,-2 6-13-16,4 2 22 15,0 2-28-15,0 0 2 16,-3 0-22-16,3 0-8 16,-4 0 3-16,0 18-32 15,-3 16 37-15,0 16 30 16,3 16-19-16,-5 12 14 16,2 13 10-16,-1 2-10 15,0 4 6-15,0-5-26 16,-1-10 3-16,0-9 14 15,0-13-18-15,5-12-4 0,-1-9 0 16,3-18-5-16,2-10 4 16,0-11-88-16,0 0-24 15,0-21 33-15,0-13-310 16</inkml:trace>
  <inkml:trace contextRef="#ctx0" brushRef="#br0" timeOffset="4197.62">5241 1180 623 0,'0'0'155'15,"0"0"1"-15,0 0-78 16,0 0-25-16,0 0-26 0,0 0-26 16,89-92 20-16,-60 89-21 15,2 3 0 1,0 0-4-16,3 0 0 0,1 16-4 15,1 5 6-15,-5 5 2 16,-4 1-11-16,-7-1 4 16,-9-1-14-16,-9-4 16 15,-2-1-17-15,0-3 18 16,0-5 4-16,-2-3 12 16,-7-4 25-16,0 0-30 15,0-5 11-15,2 0 44 16,3 0-27-16,2-10 5 0,2-14-17 15,0-5-22-15,11-2-2 16,13-3-9-16,8 2-22 16,-1 6-9-16,-2 2-58 15,0 7 0-15,-4 5-94 16,-2 5-52-16,-2 4-10 16,-5 3 176-16,-5 0 79 15,-5 0 17-15,-4 0-2 16,-2 0 38-16,0 7 30 15,0-6 9-15,0 3 3 16,0 3-17-16,0-2-26 16,0 4 24-16,0 1-47 15,-6 2 8-15,-1 3-13 16,3 4-19-16,2-1 23 16,2 3-20-16,0 2-2 0,0-1 17 15,0-4-15-15,0-2-5 16,8-5 8-16,5-10-9 15,8-1 12-15,-1 0 10 16,-5-6 3-16,-1-10-5 16,-7-2-20-16,-5-1 5 15,-2-1-7-15,0 3 5 16,-5 1 22-16,-11 0-24 16,-1 2-1-16,1 6 9 15,3 2-7-15,1 1-4 0,8 5 0 16,0-2 4-16,4 2 0 15,0-1 3 1,0-5-4-16,0-3-1 16,13 0-2-16,5-1-21 0,0-1 14 15,4 6-3-15,0 0 8 16,1 5-20-16,-1 0 7 16,-4 0 12-16,0 12-21 15,-5 7 17-15,1 3-7 16,-6 2 5-16,-3-3 3 15,-5 2-1-15,0-4 4 16,0 1-4-16,0-7 9 16,0-3-2-16,0-7 2 0,-2 0 5 15,-1-3 5 1,3 0-8-16,0 0 6 0,0-6 41 16,0-14-51-16,0-4-20 15,3 2 20-15,9-1-11 16,7 6 11-1,-3 1 0-15,1 6 0 0,-3 6-20 16,-1 4 27-16,3 0-10 16,-3 4 3-16,-2 18-15 15,3 3 8-15,-6 5 5 16,-1-1 2-16,-3 0-9 16,-4-4 11-16,0-4-2 15,0-9 0-15,0-3 6 16,0-7-4-16,0-2-2 0,0 0 0 15,0 0 48-15,0-20-17 16,10-10-31-16,7-3-22 16,3-4-4-16,5-1 9 15,2 4-28-15,-3 4 42 16,-2 5-16-16,-1 10 32 16,-4 7-13-16,-3 3 16 15,-3 5-14-15,0 0-2 16,0 9 0-16,-2 10 0 15,0 8-1-15,-4 5 6 16,-1 2 0-16,-4-2-5 16,0 2 4-16,0-8-11 15,0-1-1-15,0-11-155 16,9-13-288-16</inkml:trace>
  <inkml:trace contextRef="#ctx0" brushRef="#br0" timeOffset="5368.86">6915 1153 60 0,'0'0'43'0,"0"0"18"15,0 0 31-15,0 0 20 16,0 0-22-16,0 0 14 0,-5 48-32 15,5-44-36-15,0 0 1 16,0-4-12-16,0 0-10 16,0 0 55-16,2 0-7 15,13-18 3-15,6-6-60 16,1-2 1-16,-2-5-4 16,2 4-3-16,1 3 0 15,-1 4 7-15,-2 6-2 16,-4 5-5-16,-1 8 0 15,-1 1-1-15,-3 3-1 16,-3 21-28-16,-1 7 30 16,-4 1 30-16,-3-2-25 15,0-2 4-15,0-6 10 16,0-4-18-16,0-6 17 16,0-4-18-16,0-5 0 0,0-3 9 15,0 0-2-15,0 0 7 16,0-5 49-16,4-17-54 15,5-2 3-15,4-5-12 16,3 4 0-16,2 3-2 16,-3 1 6-16,4 7-4 15,-6 6 8-15,0 4-6 16,-2 4 0-16,-2 0-2 16,-1 4-2-16,0 18-13 15,-6 2 24-15,-2 3-9 0,0-1 0 16,0-4 5-16,0-5-2 15,0-5-3-15,0-5 0 16,0-3-1 0,0-4 9-16,0 0-8 0,0 0 15 15,0-2-12-15,2-19 8 16,9-5-11-16,3-1-8 16,3-4-2-16,6 2-3 15,-1-1 13-15,3 6 0 16,-6 5 1-16,0 7 6 15,-4 6-5-15,1 6-1 16,-3 0 8-16,3 0 1 16,-1 15-10-16,-1 12 5 0,-3 5-3 15,-5 6 23 1,-4 1-16-16,0-3-7 0,-2-4 8 16,0-6-10-16,0-9-4 15,0-5-73-15,6-7-102 16,0-5-143-16</inkml:trace>
  <inkml:trace contextRef="#ctx0" brushRef="#br0" timeOffset="5794.62">7789 1085 524 0,'0'0'230'16,"0"0"-114"-16,0 0-46 0,0 0-25 15,0 0-18-15,0 0-25 16,0-4-4-16,0 4 1 16,0 0 1-16,-8 7 4 15,-5 14-4-15,-1 1 1 16,3 6 13-16,7-2-6 16,2 2-7-16,2-2 4 15,0-6 1-15,13-6-2 16,5-10-4-16,5-4 0 15,4 0 40-15,-6-16-37 16,-5-7 3-16,-5-4-6 16,-7 1 7-16,-4-2 2 15,0 0-8-15,0 1-1 16,-2 8 32-16,-9 7-3 16,-3 5 14-16,-1 7-43 0,-3 0 5 15,1 0-11-15,3 9 3 16,8 1-25-16,1-3-21 15,5 2-60-15,0-2-49 16,5 0 11-16,19-1-76 16,10-1-115-16</inkml:trace>
  <inkml:trace contextRef="#ctx0" brushRef="#br0" timeOffset="6869.02">8163 1129 304 0,'0'0'190'15,"0"0"-51"-15,0 0-31 0,0 0-3 16,0 0-41 0,0 0-14-16,24-37-25 0,-24 30-14 15,0-2 37-15,0 2-38 16,0 1 2-16,-7 2-12 16,-4 1 6-16,-2 2-19 15,-1 1 9-15,4 0 4 16,-7 0-13-16,7 5 15 15,-3 11-2-15,1 5 0 16,6 1 9-16,3 2-10 16,3 0 1-16,0-2 0 15,0-5-13-15,18-4 2 16,0-6 11-16,2-7 2 0,0 0 7 16,0-17 22-16,0-15-24 15,-4-2-5-15,-3-4 6 16,-4-4-7-16,-2-3-2 15,-3-1-9-15,0 2-3 16,2 6 10-16,-4 11 3 16,-2 6 0-16,0 10 39 15,0 6-25-15,0 3 19 16,0 2-26-16,0 0-7 16,0 0-12-16,0 6-18 15,0 12 30-15,-2 6 5 16,-8 4 0-16,1 2-5 0,3 2 0 15,-1 4 8-15,0 0-11 16,3-1 3-16,-1-3 0 16,5-4 2-16,0-6 3 15,0-2-5-15,0-8 0 16,9-1-15-16,13-8 4 16,10-3 9-16,7 0 2 15,7 0-3-15,-7-14-17 16,-7-5-32-16,-6 0 19 15,-5-5-27-15,-8 0-15 16,-4-4 11-16,-4 1 24 16,-3 3 30-16,-2 7 15 15,0 0-5-15,0 5 10 16,0 5-9-16,0 2 26 16,0 5-24-16,-7 0 5 0,-4 0-16 15,0 12 8-15,-3 4 0 16,5 4 1-16,5 2 4 15,2 3 30-15,2-2-8 16,0 4-5-16,4-5 24 16,19-3-31-16,3-5 4 15,6-6-6-15,-1-5-12 16,4-3 14-16,-3-8-4 16,-1-22-8-16,-2-4-3 15,-5-6 8-15,-4 1-8 0,-2 3 0 16,-3 2 8-16,-1 2-9 15,-3 0 1-15,1 4 0 16,-4 1-3-16,-3 10 3 16,-1 5 0-16,-2 6 0 15,-2 6-13-15,0 0-11 16,0 0-33-16,-9 16 55 16,-11 6-7-16,-2 4 13 15,0 2-4-15,-1 0 0 16,6 4 3-16,1 3 7 15,5 2 0-15,9 6 11 16,2-1 40-16,2 1-32 16,25-4 23-16,11-9 10 0,6-9-38 15,1-12 34 1,-1-9-35-16,-1-2 0 0,-5-28 13 16,-5-8-36-1,-10-6-5-15,-8-1-41 0,-9-2-146 16,-6-4-254-16</inkml:trace>
  <inkml:trace contextRef="#ctx0" brushRef="#br0" timeOffset="8202.03">2933 1813 223 0,'0'0'275'0,"0"0"-144"15,0 0-53-15,0 0-40 16,0 0 0-16,0 0-38 16,0 0 3-16,-2 1 13 15,2 20-2-15,0 3 50 16,-3 6-23-16,-1 8-15 0,2 2 1 15,-5 4-27 1,-1-2 0-16,-2-3-4 0,-1-1-15 16,3-11-56-1,-2-4-32-15,3-12-40 0,3-6-124 16,0-5-42-16</inkml:trace>
  <inkml:trace contextRef="#ctx0" brushRef="#br0" timeOffset="8768.87">2851 2009 149 0,'0'0'222'16,"0"0"-37"-16,0 0-50 16,0 0-29-16,0 0-22 15,0 0-44-15,0-154 5 0,17 136-40 16,3 2 6 0,3 1 5-16,-1 3-11 0,-2 5-3 15,-2-2-1 1,5 8 6-16,-6-1-6 0,-1 2-1 15,-5 0 0-15,-5 0-10 16,-1 0-9-16,-2 7-8 16,-3 9 15-16,0 2-3 15,0 4 9-15,-10 3 2 16,-9 1 4-16,-2-2 5 16,-1 0-2-16,1-5 2 15,2-2-5-15,5-5 0 16,3-9 7-16,5 2-7 15,4-5 0-15,-1 0 18 0,3 0-17 16,0 0 47 0,0-5-12-16,0-7-3 0,0 3 11 15,3-2-27-15,3 6-15 16,0-2 12-16,-1 4-8 16,-3 3-6-16,5 0 0 15,0 0 0-15,4 1-11 16,3 13 7-16,-1 6 4 15,3 1-12-15,-3-4 18 16,1 6-7-16,-2-5 1 16,-1 0 0-16,1-4 4 15,-3-4-4-15,-1-1 4 16,2-8 27-16,-2 1-29 16,5-2 25-16,4 0-16 15,-2 0-5-15,1-12-4 0,-1-2-2 16,1-4-74-16,-1-1 2 15,1-2-104-15,4-2-154 16</inkml:trace>
  <inkml:trace contextRef="#ctx0" brushRef="#br0" timeOffset="9135.04">3432 1751 519 0,'0'0'119'16,"0"0"6"-16,0 0-16 16,0 0-23-16,0 0 20 15,0 0-55-15,0-27-27 16,0 27 29-16,0 0-48 15,0 0 10-15,0 0-15 16,0 19-23-16,0 16 23 16,0 18 0-16,0 5 1 15,0 6 15-15,0-4-12 16,0-6-4-16,-4-8 0 16,0-9 2-16,-1-7-8 0,3-11 5 15,2-5-78-15,0-7-13 16,0-7-90-16,0 0-35 15,0-8-129-15</inkml:trace>
  <inkml:trace contextRef="#ctx0" brushRef="#br0" timeOffset="9345.75">3434 1819 525 0,'0'0'193'15,"0"0"-22"-15,0 0-57 0,0 0-28 16,0 0-57-16,0 0-25 16,50-73 2-16,-23 67-6 15,0 2-10-15,1 4-62 16,-4 0-85-16,1 0-54 16,-9 12-224-16</inkml:trace>
  <inkml:trace contextRef="#ctx0" brushRef="#br0" timeOffset="9518.93">3439 2031 301 0,'0'0'266'0,"0"0"-125"16,0 0-64-16,0 0 47 16,0 0-22-16,0 0-101 15,7 3 23-15,17-3-24 0,5 0-23 16,2 0-44-16,3 0-68 15,2 0-42-15,-3 0-201 16</inkml:trace>
  <inkml:trace contextRef="#ctx0" brushRef="#br0" timeOffset="9886.74">3762 1914 493 0,'0'0'198'16,"0"0"-30"-16,0 0-38 15,0 0-24-15,0 0-31 0,0 0-34 16,0-81 3-16,0 79-35 16,0-1 12-1,0 3-17-15,0 0 4 0,0 0-10 16,0 0 2-16,0 0-5 16,0 9-7-16,0 14 4 15,-4 10 8-15,-2 4 0 16,-2-2 8-16,2-1-8 15,1 1 0-15,5-4 0 16,0-4-1-16,0-1 7 16,0-5-6-16,0-1 9 15,13-8-8-15,8-3 23 0,1-5-23 16,7-4 5 0,7 0 7-16,6 0-4 0,5-7-18 15,-1-4-11-15,-3-3-98 16,-5 1-30-16,-16 1-148 15,-11 4-211-15</inkml:trace>
  <inkml:trace contextRef="#ctx0" brushRef="#br0" timeOffset="10084.69">3812 2087 342 0,'0'0'330'16,"0"0"-116"-16,0 0-57 15,0 0-83-15,0 0-46 0,0 0-21 16,88-70-7-16,-59 62 0 16,-4 1-20-16,-5 2-8 15,-9 3-69-15,-5-2-42 16,-6 1-18-16,0-4-218 16</inkml:trace>
  <inkml:trace contextRef="#ctx0" brushRef="#br0" timeOffset="10235.6">3802 1898 73 0,'0'0'253'0,"0"0"26"16,0 0-88-16,0 0 21 15,0 0-134-15,0 0-78 16,50-53 18-16,-21 46-18 16,4 4 0-16,5 1-72 15,-5 2-93-15,-2-5-167 0</inkml:trace>
  <inkml:trace contextRef="#ctx0" brushRef="#br0" timeOffset="11619.29">3136 2541 185 0,'0'0'148'16,"0"0"-48"-16,0 0-5 0,0 0-22 15,0 0-33-15,0 0-30 16,-45-15 10-16,21 31-11 15,-1 1-4 1,6-2 39-16,3-1-34 0,7-1 7 16,7-5-3-16,2 0-12 15,0-1 12-15,13 3-14 16,16 1 1-16,11 3 3 16,0 0 9-16,-4 0-13 15,-9 0-1-15,-14 0-8 16,-9-3-8-16,-4 1-9 15,0 0 26-15,-11 1 34 0,-9-1 14 16,-4 0 6-16,-3-3-10 16,-2-2-19-16,0-3 20 15,4-4-18-15,3 0-12 16,5 0 15-16,3 0-25 16,7-6-10-16,7-6 5 15,0 0-127-15,2-2-146 16,23-2-281-16</inkml:trace>
  <inkml:trace contextRef="#ctx0" brushRef="#br0" timeOffset="13185.44">3239 2687 390 0,'0'0'254'0,"0"0"-254"0,0 0 29 16,0 0-29-16,0 0 29 15,0 0-28-15,140 18 7 16,-118-18-4-16,-1 0-4 16,-4 0 13-16,-3-2-8 15,-1-10-4-15,-5-4 12 16,0-2-6-16,-6 2-7 16,0-3 7-16,-2 6-7 15,0-1-12-15,0 4-21 16,0 3 1-16,0 3 26 0,-2 3-3 15,-8 1 6 1,-1 0 1-16,1 0-6 0,-2 1 8 16,-1 13 2-16,2 4 19 15,-1 5 28-15,2 3-23 16,8 1 21-16,2 2-4 16,0-2-16-16,0-6 13 15,19-3-31-15,8-6-3 16,2-5 3-16,4-7 11 15,-2 0-13-15,-2-7-1 16,0-19 2-16,0-4-12 16,-4-6 4-16,0-2 0 15,-8 0-10-15,-1-2 10 16,-5 1-1-16,-1 1-2 16,-4 1 6-16,-2 8 15 0,-4 9-17 15,2 6 9-15,-2 8 23 16,0 4-31-16,0 2 15 15,0 0-17-15,0 0-10 16,0 0 9-16,0 13-7 16,-2 8 8-16,-4 5 7 15,-1 2 2-15,2 4-5 16,3 3-4-16,-2-1 9 16,1 2-1-16,1-2-8 15,0-2 0-15,2-4 21 16,0-5-20-16,0-2 5 15,9-7-5-15,9-6 9 0,1-5-1 16,8-3-8-16,2 0 9 16,3-17 6-16,-3-5-16 15,-3 0 0-15,-3-2-5 16,-5-2-6-16,-1-1 6 16,-3 3 5-16,-5 1-9 15,-3 0-1-15,-1 7-6 16,-5 7 15-16,2 0-3 15,-2 8 2-15,0 1-11 16,0 0 13-16,0 0-12 16,-13 0 6-16,-3 14-6 15,1 2 10-15,-1 3 0 16,3 4 4-16,4 3-4 16,4-1 2-16,5 3 0 15,0-3 16-15,2-4-10 0,18-7-2 16,3-3-4-16,2-10 7 15,6-1 10-15,2-3-17 16,-2-18-11-16,1-4-1 16,-8-3-28-16,-2 1 22 15,-6 3 18-15,-3 5 0 16,-1 1 0-16,-4 7 3 16,1 4 2-16,1 2 4 15,-4 5-9-15,3 0-8 16,-3 0-3-16,2 11-9 15,-4 4 13-15,0 0 7 16,-2-5 0-16,0-3 1 0,-2 0 3 16,0-3-4-16,0-3 0 15,0-1 4-15,0 0-6 16,0 0 2 0,0 0 0-16,0 0-5 0,0-10 5 15,-6-9-33-15,2-1-10 16,-2-1 28-16,0 5 10 15,4 7 5-15,-3 2 0 16,3 5 20-16,0 2-19 16,-2 0 0-16,-3 0-1 15,-2 13 0-15,2 5 14 16,-1 6-4-16,-2 1 3 16,6 6 25-16,2-4-29 0,2 2 9 15,0-3 0-15,9-6-8 16,8-4 15-16,8-6-20 15,0-10 3-15,0 0 27 16,-2 0-34-16,2-14 19 16,0-10-12-16,-1-6-3 15,-1-3-10-15,-8-2-3 16,-4-1 8-16,-4 0-3 16,-2 0 7-16,-1 1-4 15,-2 7 6-15,0 9 0 16,-2 6 7-16,0 6-13 15,0 7 3-15,0 0-7 0,0 0-3 16,0 0-6-16,0 3-7 16,0 17 20-16,-11 4 4 15,2 7-4-15,2 4 0 16,1 7-6-16,4 4 8 16,2 0-2-16,0 1 0 15,0-3 6-15,0-2 4 16,4-6-10-16,3-6 0 15,-3-8 1-15,3-9 4 16,-7-8-5-16,5-3 0 16,-1-2-22-16,-2 0-2 15,2-6-71-15,-1-13-218 16</inkml:trace>
  <inkml:trace contextRef="#ctx0" brushRef="#br0" timeOffset="13483.78">4460 2692 638 0,'0'0'244'0,"0"0"-154"16,0 0-46-16,0 0-13 16,0 0-25-16,0 0-5 15,62-65 11-15,-41 57-10 16,-4-1-1-16,-1 1 23 15,-3 5-22-15,-1 1 15 16,-6 2-17-16,-3 0-1 0,-1 0-6 16,-2 0-7-1,2 0-36-15,0 0 18 0,-2 0-39 16,2 0 27-16,-2 0-33 16,0 0-91-16,0 2-110 15,0 4-23-15</inkml:trace>
  <inkml:trace contextRef="#ctx0" brushRef="#br0" timeOffset="14596.86">5175 2514 440 0,'0'0'187'16,"0"0"-58"-16,0 0-7 15,0 0-6-15,0 0-55 16,0 0-18-16,12-59 15 0,-10 59-38 16,0 0 12-16,-2 0 0 15,0 0-31-15,0 0-2 16,0 1-2-16,0 22 3 16,0 6-5-16,0 5 9 15,0 5-4-15,-6-1 0 16,-4-2 4-16,1-4-3 15,3-6-1-15,2-6 0 16,2-6-2-16,2-6 6 16,0-4-4-16,0-2 0 15,0-2 8-15,0 0-1 16,0 0-5-16,0 0 2 16,0-6 44-16,24-14-45 0,7-6 1 15,7-6-4-15,2-4 6 16,3 0-16-16,-3 2-1 15,-1 5-33-15,-5 7 5 16,-10 8-25-16,-7 6 16 16,-11 8-30-16,-4 0-70 15,-2 0 10-15,0 8-2 16,-11 9 56-16,-13-1 81 16,-7-3 3-16,2 4 6 15,-1-5-1-15,8-5-1 16,9 0 11-16,6-5 16 15,7-2 20-15,0 0 50 0,0 2 26 16,0 0-7 0,13 10-97-16,12 6 4 0,6 10-17 15,3 4-8-15,-1 2 0 16,-4-2-2-16,-2-5-18 16,-2-6-139-16,-8-11-120 15</inkml:trace>
  <inkml:trace contextRef="#ctx0" brushRef="#br0" timeOffset="14985.64">5941 2494 369 0,'0'0'357'16,"0"0"-187"-16,0 0-45 16,0 0-21-16,0 0-24 15,0 0-30-15,15-48 14 16,-11 44-59-16,-4 4 21 16,2 0-3-16,-2 0-18 15,0 0 0-15,0 0-5 16,5 6-1-16,0 13-15 15,-1 8 19-15,2 2-3 16,-3 0 0-16,1 2 6 16,-4 0-15-16,0-2 9 15,0-4-39-15,0-2 31 0,0-8-57 16,0-2 8-16,0-9-7 16,0-2-55-16,0-2-36 15,0 0 7-15,2-12-213 16</inkml:trace>
  <inkml:trace contextRef="#ctx0" brushRef="#br0" timeOffset="15434.48">6009 2551 512 0,'0'0'205'16,"0"0"-127"-16,0 0 25 0,0 0 0 15,0 0-39-15,0 0-8 16,-24-45-43-16,24 32 6 15,0-6-1-15,14 3-13 16,5-2 2-16,1 4-7 16,-1 2 0-16,-2 4-7 15,-6 6-9-15,3 2-10 16,-4 0 8-16,0 2-21 16,-6 13 31-16,-4 6-21 15,0-1 5-15,-2 2 22 16,-20 2-38-16,-3-2 35 15,0 3-28-15,8-7-7 0,7-4-9 16,10-4-51-16,0-6-47 16,0-3-77-16,12-1 224 15,5 0 52-15,2 0 40 16,1 0-33-16,-1 0-14 16,2 0-19-16,-3 12-18 15,-7 5-8-15,-5 0 18 16,-6 6-13-16,0-2 20 15,0 2-17-15,-13-3 23 16,-5-5-21-16,3-4-9 16,-1-8-1-16,7-3-86 15,3 0-104-15,6-17-134 16</inkml:trace>
  <inkml:trace contextRef="#ctx0" brushRef="#br0" timeOffset="16143.08">6397 2590 430 0,'0'0'57'0,"0"0"-13"15,0 0 3-15,0 0-26 16,0 0 11-16,0 0-32 16,80 0 4-16,-72 0-8 15,-8 0 1-15,2 0-2 16,-2 0 3-16,0-5-40 0,0-9 42 15,0-1 4 1,0 1 23-16,0 0 6 0,0 2-20 16,0 4 10-16,0 2 9 15,-2 2-2-15,2 4 30 16,-3 0-26-16,0 0-32 16,-3 0-2-16,-3 6-19 15,-2 13 19-15,-3 0 1 16,4 8 6-16,0-1 9 15,1 1 2-15,5 2-4 16,4-3 29-16,0-2-30 16,0-4 15-16,4-6-12 15,12-6-11-15,11-8 19 16,-1 0 30-16,5-10-17 16,4-14 2-16,-6-3-37 0,2-2 3 15,-5-3-5-15,1-1 12 16,-3 1-11-1,-3 1-1-15,-4 4 0 0,-5 3-6 16,-6 8 15-16,-1 4-9 16,-3 6 24-16,-2 6-10 15,0 0 3-15,0 0-17 16,0 0-27-16,-9 4 19 16,0 10 0-16,4 0 8 15,5 2 0-15,0 0-10 16,0 0 0-16,0 3 10 15,0-2 0-15,5 3-2 16,6 1 5-16,-4-4-3 0,-5 0 0 16,-2-2-9-16,0 2 9 15,-4 0-1-15,-14-3 9 16,0 1-3-16,5-5-1 16,1-6-4-16,6-2 0 15,6-2 4-15,0 0-10 16,0-12-20-16,0-10-153 15,4-2-88-15,14 0-260 16</inkml:trace>
  <inkml:trace contextRef="#ctx0" brushRef="#br0" timeOffset="16515.86">6890 2414 595 0,'0'0'193'0,"0"0"-46"16,0 0-61-16,0 0-8 15,0 0-51-15,0 0-5 16,0-20-22-16,0 20 6 16,0 0-13-16,0 10 13 15,6 18-6-15,1 7 16 16,-2 6-9-16,-1 2 3 16,3-2 1-16,-3-2-4 15,0-7-2-15,-1-8-5 16,-3-8-7-16,0-6-3 0,0-6 9 15,0-4 1 1,0 0 0-16,-3 0 4 0,-7 0 45 16,-2-8-16-16,5-9-1 15,7 0 13-15,0-5-45 16,0 0 1-16,19 0-1 16,5 1 0-16,3 4 1 15,4 2-1-15,7 5-22 16,4 5-23-16,1 5-99 15,1 0-94-15,3 1-198 16</inkml:trace>
  <inkml:trace contextRef="#ctx0" brushRef="#br0" timeOffset="16602.81">7371 2624 79 0,'0'0'361'16,"0"0"-307"-16,0 0-54 0,0 0-123 15</inkml:trace>
  <inkml:trace contextRef="#ctx0" brushRef="#br0" timeOffset="17843.43">9496 713 548 0,'0'0'154'0,"0"0"-68"15,0 0-70-15,0 0-16 16,0 0-10-16,0 0-8 15,202-102-20-15,-170 99 31 16,-12 3-1-16,-9 0 8 16,-6 0 7-16,-3 0-7 15,-2 19 0-15,0 13 6 16,0 15 37-16,0 8-13 16,-7 12 33-16,-4 3-26 0,2 4 0 15,3 0-14-15,-2-3-22 16,8-5 17-16,0-10-18 15,0-8 2 1,14-10 4-16,-1-9-1 0,3-14-5 16,-5-4 0-16,1-10 11 15,3-1-11-15,1 0 11 16,1-10 0-16,-1-10-22 16,-3 0 18-16,-4-1-7 15,-2 2 0-15,0 3 14 16,-5 2 3-16,0 8-9 15,-2 3 5-15,0 3 20 0,0 0-30 16,0 0-1-16,0 0-2 16,0 0-21-16,0 12 19 15,-2 13 2-15,-7 5 0 16,-3 12-4-16,-1 9 4 16,-1 9 0-16,-1 11 0 15,-5 10-6-15,1 5 1 16,-2 6 3-16,3 2-3 15,7-9-9-15,5-6 14 16,1-12 0-16,5-6-1 16,0-3 1-16,0-4-7 15,0-3 7-15,0 0 0 16,0-9 4-16,0-4 4 0,0-7-3 16,0-10 0-1,0-4 1-15,0-8 5 16,0 0-2-16,0-4-8 0,0-1 26 15,-2-1-24-15,-3-1 10 16,1-2-2-16,-3 2-7 16,-4-2 26-16,-3 0-7 15,1 0-23-15,2 0 18 16,-2 0-18-16,2-14-27 16,1-5-80-16,8-5-333 15</inkml:trace>
  <inkml:trace contextRef="#ctx0" brushRef="#br0" timeOffset="17981.45">10131 2426 756 0,'0'0'277'0,"0"0"-259"16,0 0-18-16,0 0-71 15,0 0-322-15</inkml:trace>
  <inkml:trace contextRef="#ctx0" brushRef="#br0" timeOffset="20101.15">2382 1055 566 0,'0'0'134'16,"0"0"-47"-16,0 0 4 15,0 0-44-15,0 0 16 16,0 0-32-16,0-57-19 16,0 57-12-16,0 0-19 15,-4 0 5-15,-14 3-6 16,-8 14 20-16,-8 6 10 0,5 0-7 15,7 0-3 1,7-5 0-16,11-4 3 0,4-2-12 16,6-2-8-16,17 0 2 15,9-1 15-15,-6 4 0 16,-1 1-21-16,-11 2-6 16,-5 0-7-16,-9 4 14 15,0 2 1-15,0 2 19 16,-21 1 13-16,-6 4 12 15,-6 0 19-15,0-2-3 16,4-3-28-16,2-4 10 16,10-6-21-16,5-5 1 15,5-6 6-15,7-1 0 16,0 1-9-16,0-3 15 16,0 0-6-16,0 0 33 0,0 0-14 15,0 0-5-15,0 0 21 16,0 0-34-16,0 0 9 15,0 0-12-15,0 0 0 16,0 0-6-16,0 0-1 16,0 0 0-16,0 0-3 15,0 0 5-15,0 0-2 16,0 0 0-16,0 0-1 16,0 0-4-16,0 0 5 15,0 0-5-15,0 0 0 16,0 0-11-16,14 0 16 15,1 0 32-15,6 0-24 16,-4-5-7-16,-1 2-1 16,-3 1 0-16,1-2-10 0,1 4 6 15,-1 0-1-15,1 0 4 16,-1 6-21-16,1 12 19 16,-1 8-23-16,-3 3 19 15,-2 8-7-15,-5 4 13 16,-2 5 1-16,-2 3 0 15,0 9 8-15,0 9-10 16,0 5 2-16,-9 2 0 16,3-2-3-16,-3-4 5 15,5 1-2-15,-4-5 0 16,4 0 6-16,0-4-11 0,-3 2 5 16,1-2 0-1,1-7-7-15,0-9 17 16,5-12-10-16,0-13 7 15,0-5 4-15,0-3 19 0,5-5-3 16,4-1-12-16,0 0 13 16,-1-3-24-16,0-2-4 15,1 0 13-15,-1 0-5 16,3 0-1-16,5 0-7 16,2 0-76-16,-5-2-76 15,-2-5-533-15</inkml:trace>
  <inkml:trace contextRef="#ctx0" brushRef="#br0" timeOffset="24330.51">4309 485 260 0,'0'0'137'15,"0"0"-10"-15,0 0-50 16,0 0-29-16,0 0-10 15,0 0-9-15,0 0 19 0,29-111-32 16,-25 93 39 0,-2 2-2-16,0 0-2 0,0 1 7 15,-2 0-25-15,0-1-18 16,2 1 28-16,-2 3-36 16,0-1 13-16,0 6 17 15,0 0-12-15,0 2 29 16,0 2-24-16,0-5-9 15,0 6 17-15,0 1-31 16,0-2 12-16,0 3-2 16,0 0-12-16,0 0-7 15,0 0 2-15,0 0 0 0,0 0-13 16,0 20-4 0,5 10 15-16,2 10 0 15,0 5-7-15,1-5 9 0,-3-4 0 16,4-2 0-1,-4-8 5-15,-1-2-3 0,0-6-2 16,-2-8 0-16,1-4-39 16,-3-3 20-16,2-3-40 15,-2 0-12-15,0 0 40 16,0 0-22-16,0 0 10 16,2 0 0-16,5-9-126 15,-2-5 38-15,-1 0-20 16,-2 0 47-16,-2 0 27 15,0-2 44-15,0 0 33 16,0 2 35-16,0 1 11 0,0 6 24 16,-11-1-4-1,2-1-1-15,0 0-8 0,-4-3-31 16,3-2 32-16,2-2 8 16,-1-3-7-16,5 0 16 15,1-1-4-15,3 1-11 16,0-3 4-16,0 2-41 15,0-2 4-15,7 1-23 16,8 0 2-16,8 1-12 16,-1 8 0-16,5 5 6 15,-5 4 4-15,-4 3-4 16,-5 0-5-16,-3 6-5 0,-4 12-28 16,-2 4 29-16,-4 2-17 15,0 4 21-15,0 2-9 16,-4 1 15-16,-10-3-1 15,1-6 4-15,5-6 1 16,3-9-10-16,2-4-27 16,3-3-21-16,0 0 25 15,0 0-65-15,18 0 93 16,-1 0 27-16,-2 0-23 16,-5 0-3-16,2 0-1 15,-3 6-29-15,-3 12 19 16,-4-1-36-16,-2 4 41 15,0-1-1-15,-8 2 12 16,-5-2 22-16,-1-1-14 16,1-10-12-16,9-4 17 0,-2 0-19 15,6-5-20-15,0 0-52 16,0 0-12-16,10-17-212 16</inkml:trace>
  <inkml:trace contextRef="#ctx0" brushRef="#br0" timeOffset="24614.76">4736 185 331 0,'0'0'353'16,"0"0"-260"-16,0 0-3 0,0 0-39 16,0 0 13-1,0 0 11-15,0-19-51 0,0 19 4 16,0 0 2-16,0 0-15 15,0 0 23-15,0 0-38 16,0 0-8-16,0 22 4 16,0 16-18-16,0 10 22 15,0 5 4-15,0-3 3 16,0-9 0-16,0-4-7 16,0-7 0-16,0-6-9 15,0-6-69-15,0-4-94 16,0-9-123-16</inkml:trace>
  <inkml:trace contextRef="#ctx0" brushRef="#br0" timeOffset="25231.83">4995 407 254 0,'0'0'324'16,"0"0"-261"-16,0 0-31 15,0 0-32-15,0 0 3 16,0 0-9-16,0-4 15 16,0 4-4-16,0-2 52 15,0 2 29-15,0-5 21 16,0 0-52-16,0-3-39 16,0-1-1-16,0 2-9 0,0 0-2 15,-5 2 9-15,1 1-11 16,2 0 13-16,-3-1-9 15,3 3-2-15,2 2 21 16,-2 0-22-16,0 0-3 16,-2 0 0-16,-4 0-38 15,-5 9 31-15,-3 11 0 16,1 6 7-16,2 9-7 16,3-6 2-16,2 3 5 15,1-6 0-15,3-4-7 16,2-6 4-16,2-2-7 15,0-9-33-15,0 1 14 0,0-6-79 16,0 0 25 0,15-17 77-16,5-12-80 0,2-3-4 15,-2-5 89-15,-1 7 1 16,-4 2 27-16,-1 10 30 16,-4 6 1-16,-3 4-17 15,-1 8-27-15,0 0 15 16,-2 0-29-16,0 0-24 15,1 14 24-15,1 8 6 16,-4 4 26-16,6-1 5 16,-2 2-27-16,1-5 8 15,1-4-15-15,2-6 2 0,-2-1-5 16,1-6-14 0,5-5-57-16,3 0-41 0,6 0-103 15,2-17-222-15</inkml:trace>
  <inkml:trace contextRef="#ctx0" brushRef="#br0" timeOffset="26127.85">5280 378 155 0,'0'0'177'0,"0"0"-51"15,0 0-55-15,0 0-27 16,0 0-37-16,0 0-5 16,15-5-4-16,-15 5-11 15,0 0-8-15,0 1 21 16,0 2 2-16,0-2 14 15,4-1-12-15,-4 0 6 16,2 0 7-16,-2 0-6 0,0 0 28 16,0 0-4-1,0 0 8-15,0 0-1 0,0 0-35 16,0-6 0-16,0-7 5 16,0 3-12-16,0-2 16 15,0 2 4-15,-6 2 13 16,4 3 24-16,0 4-22 15,2 1-3-15,-2 0-32 16,0 0-4-16,-2 0-9 16,-5 20-4-16,-3 6 17 15,4 6 0-15,3 1 0 16,5-1 0-16,0 2-1 0,0-9 1 16,9-5-1-16,11-7-21 15,7-6 22-15,0-7-2 16,2 0-45-16,0-7 8 15,-3-20-45-15,-4-1 9 16,-3-6 38-16,-9-2 11 16,1-2 6-16,-1-2 20 15,-1 4 23-15,-1 1 7 16,2 8 5-16,-2 2-17 16,-3 9 11-16,-1 8-13 15,-2 4 4-15,-2 4 9 16,0 0-26-16,0 0-3 15,0 0-22-15,0 4-24 0,0 17 41 16,0 3 5 0,-8 6 0-16,-1 2 11 0,1 1-5 15,0 3-6-15,4 0 1 16,1 5 6-16,3-2-5 16,0-6-2-16,0-1 1 15,0-13 10-15,0-6-7 16,3-5 2-16,1-6-6 15,4-2 3-15,6 0-2 16,5 0 57-16,4-16-32 16,4-8-26-16,0 1-9 15,0-4-10-15,-2 3-30 0,-6-3-16 16,-5 8 30 0,-8 3-30-16,-3 4 65 15,-3 10 1-15,0 2-1 0,0 0-7 16,-9 0-23-16,-9 0 30 15,-2 3-2-15,2 10 2 16,0 1 0-16,5 0 2 16,4 0 9-16,3 0 36 15,6-2 17-15,0-1-45 16,0 4-2-16,0 3-9 16,4 0-3-16,9-2 18 15,1-2-23-15,1-5-1 16,6-7-39-16,-2-2-218 0</inkml:trace>
  <inkml:trace contextRef="#ctx0" brushRef="#br0" timeOffset="26652.44">6277 252 594 0,'0'0'114'15,"0"0"-35"-15,0 0 21 16,0 0-40-16,0 0-12 16,0 0-42-16,0-9-6 0,0 9-4 15,0 20-15-15,0 11 19 16,0 8 6-16,0 1-4 16,0 4-2-16,0 0 7 15,0-3 1-15,0-2-16 16,-2-8 4-16,-2-6-106 15,-4-4-18-15,4-12-155 16,-3-6-109-16</inkml:trace>
  <inkml:trace contextRef="#ctx0" brushRef="#br0" timeOffset="27124.52">6219 328 191 0,'0'0'355'0,"0"0"-261"16,0 0-26-16,0 0-47 15,0 0 30-15,0 0 48 16,109-201-82-16,-87 184-10 16,-8 5 29-16,-5 8-33 15,-7 4 20-15,-2 0-23 16,0 0-41-16,0 7 7 15,0 12 0-15,0 8 34 16,0-1 0-16,-7 3 8 0,-7 0-2 16,2-2-6-16,1-5 2 15,3-5 0-15,8-9-2 16,0-7-40-16,0-1-2 16,14 0 36-16,11 0 6 15,-1 0 7-15,-2 0-5 16,3 0-4-16,-3 0 1 15,-2 13-2-15,-2 3 3 16,-11 4-46-16,-5-1 21 16,-2-4 25-16,0 5 2 15,0 2 42-15,-15 0-26 16,-4 2 2-16,-1-6 1 0,5-4-21 16,-1-6-12-16,5-6-39 15,7-2-30-15,4 0 2 16,2-12-232-16</inkml:trace>
  <inkml:trace contextRef="#ctx0" brushRef="#br0" timeOffset="27490.31">6687 277 384 0,'0'0'138'15,"0"0"-138"-15,0 0-16 16,0 0 16-16,0 0 56 15,0 0-19-15,-20 109-30 16,13-80 20-16,0 0-11 16,7 3 0-16,0-6 18 0,0-3-24 15,0-7 6-15,0-6-16 16,19-6 0-16,3-4 39 16,2 0-24-16,1-16-15 15,-3-8-3-15,-7-6-62 16,-5-2 16-16,-8 0 49 15,-2 4 5-15,0 4 54 16,-12 10 10-16,-5 8-6 16,-6 4-47-16,1 2-16 15,0 0 0-15,4 2-4 16,2 12-5-16,9 1 4 0,3-2-60 16,4-1-23-16,0-5-48 15,4 0-142 1,17-6 44-16</inkml:trace>
  <inkml:trace contextRef="#ctx0" brushRef="#br0" timeOffset="27549.28">6687 277 305 0</inkml:trace>
  <inkml:trace contextRef="#ctx0" brushRef="#br0" timeOffset="27669.21">6687 277 305 0,'138'90'309'0,"-138"-90"-135"0,0 0-17 0,0 0-77 16,0 0-51-16,0 0-1 15,94-27-28-15,-67 43-11 16,2 11 3-16,2 3-21 0,-2 1 27 15,-4-2-71 1,-8-3-32-16,-5-8-54 0,-10-7-87 16,-2-8-69-16</inkml:trace>
  <inkml:trace contextRef="#ctx0" brushRef="#br0" timeOffset="27911.94">7089 273 402 0,'0'0'232'16,"0"0"-73"-16,0 0-55 16,0 0-62-16,0 0-42 15,0 0-39-15,-12 0 34 16,-8 21 5-16,-4 1 3 16,-3 2 35-16,-2 1-19 0,-2 5 6 15,0 2-17-15,-1 4-1 16,6 0 0-16,5-1-7 15,12-9-52-15,9-6-75 16,0-13-162-16,25-7-163 16</inkml:trace>
  <inkml:trace contextRef="#ctx0" brushRef="#br0" timeOffset="28179.44">7305 160 508 0,'0'0'191'0,"0"0"-96"16,0 0 27-16,0 0-98 16,0 0-17-16,0 0 30 15,69 68-37-15,-54-16-13 16,-6 8 8-16,-9 5 5 15,0-5-1-15,-22-6 6 16,-18-6 4-16,-12-6 0 16,-10-8-9-16,-12-4-106 15,-8-5-269-15</inkml:trace>
  <inkml:trace contextRef="#ctx0" brushRef="#br0" timeOffset="29085.14">4282 10 306 0,'0'0'215'16,"0"0"-146"-16,0 0-21 16,0 0 48-16,0 0 8 15,0 0-12-15,2-10-63 0,-2 10-23 16,0 0-12-16,0 0-4 16,0 0-40-16,-11 0 38 15,-14 22 12 1,-4 20 49-16,0 21-7 0,0 12-30 15,5 3 31 1,8-2-8-16,7-5-33 0,9-10 22 16,0-6-24-16,31-6 0 15,16-8-8-15,20-3-49 16,14-10-70-16,10-15-155 16,2-13-338-16</inkml:trace>
  <inkml:trace contextRef="#ctx0" brushRef="#br0" timeOffset="29934.22">4607 756 336 0,'0'0'211'16,"0"0"-196"-16,0 0-9 15,0 0-5-15,0 0 121 16,0 0 49-16,-118-9-93 15,118 9-38-15,0 0-31 16,0 0-8-16,0 0-1 16,17 0-21-16,20 0 21 15,13 0 20-15,18 0-9 0,18 6 9 16,20 2-12 0,18 4-7-16,15 5-1 0,5 1 2 15,8 2-7-15,-5-4 4 16,-2-6-31-16,-16-4 2 15,-15-6 3-15,-16 0 27 16,-20 0 2-16,-20-9 8 16,-16 2 13-16,-17 1 26 15,-10 2-5-15,-5 1 29 16,-6 2-5-16,-2 1-8 16,0 0-22-16,3 0-28 15,-3 0 22-15,0 0-24 16,-2 0-4-16,0-2 2 0,4 2-6 15,2 0 0 1,0 0-3-16,1 0-41 0,1 0-58 16,4 8-84-16,5 2-70 15,4-5-316 1</inkml:trace>
  <inkml:trace contextRef="#ctx0" brushRef="#br0" timeOffset="98845.84">2957 11794 486 0,'60'-38'0'0,"32"4"-245"0</inkml:trace>
  <inkml:trace contextRef="#ctx0" brushRef="#br0" timeOffset="101255.79">1194 10113 45 0,'0'0'54'16,"0"0"31"-16,0 0 10 15,0 0 2-15,0 0 1 16,0 0-12-16,-140-33-26 16,118 31 6-16,3 2-35 15,9-2 9-15,3 2-4 16,5 0-16-16,2 0 25 16,0 0-36-16,0-2 4 15,0 2-13-15,19-2-3 16,22-1-1-16,19 3 8 0,20-3-4 15,14 1 26-15,7-5-26 16,3 2 0-16,1-4-6 16,-11 0 2-16,-19-1 4 15,-15 2 0-15,-17 3-3 16,-17 0 0-16,-10 3-4 16,-12 2 7-16,-1-2-1 15,-3 2 8-15,0 0-8 16,0 0 1-16,0 0 0 15,0-5 12-15,0 2 3 16,-7-6 10-16,-4-4-25 16,-5 1 2-16,-4 0-2 15,0 0 0-15,0 0 0 16,-3 2 7-16,2 0-3 0,1 1-4 16,1 6 0-1,6-1 3-15,5 2-9 0,3 2 6 16,5 0 0-16,0 0 1 15,0 0-1-15,0 0-10 16,0 0-1-16,0 0-14 16,9-3 10-16,8 3 9 15,8 0 6-15,2 0 6 16,-2 23 5-16,-5 10-11 16,-9 8-5-16,-11 15-27 15,0 16 15-15,-23 14 17 16,-21 14-3-16,-8-8-28 15,8-19-540-15</inkml:trace>
  <inkml:trace contextRef="#ctx0" brushRef="#br0" timeOffset="109608.05">2271 17285 13 0,'0'0'15'0,"0"0"-11"16,0 0-2-16,0 0 13 15,0 0-8-15,0 0 0 16,0 0 14-16,0-8 14 15,0 8 14-15,0 0 12 16,0 0 2-16,0-2 15 0,0 2-12 16,0-5 2-16,0 5-4 15,0 0-31-15,0-3 2 16,0 3 0-16,2-4-32 16,-2-1 27-16,2 0-13 15,-2-4 21-15,0 6 0 16,0-7-10-16,0 6 19 15,0 0-16-15,0 0-22 16,0 2 29-16,0-3-31 16,3 5 2-16,-3 0 18 15,0 0-24-15,0 0-3 0,0 0 0 16,2 0-23-16,-2 0 7 16,0 15-11-16,2 7 27 15,0 6 11-15,0 2-6 16,3 2-5-16,0-2 0 15,-3-2 9-15,2-5-11 16,-4-6 2-16,3 0 0 16,-1-7 0-16,0-7 7 15,0-3-7-15,-2 0 5 16,4 0 4-16,4 0 22 16,7-13 17-16,-2-14-47 15,7-3 14-15,-2 2-10 16,-2-2-5-16,2 7 0 15,-7 0 5-15,-3 7-11 16,0 6 6-16,-4 6 0 0,-2-1-2 16,-2 5 2-16,0 0-2 15,2 0-7-15,0 0-22 16,1 0 19-16,-1 12-13 16,2 8 25-16,-2-8 0 15,0 7 4-15,4 3-4 16,-2-3 0-16,0 2 9 15,3-7-13-15,1 2 4 16,0-6 0-16,0-6-1 16,-1 1 1-16,-1-5 0 0,4 0 5 15,3 0 3 1,5-9 17-16,-1-8-18 16,2-6-5-16,1-3 10 15,-5-2-7-15,6 1-5 0,-6 6 0 16,-1 7 5-16,-4 0-7 15,-3 5 2-15,-5 2 0 16,-2 5-8-16,0 2 8 16,0 0-5-16,0 0 1 15,0 0-22-15,0 0 21 16,0 0-19-16,0 6 19 16,0 11-2-16,0-5 8 15,0 8-1-15,0-3 0 16,0 1 4-16,10-4-4 15,-2 4 0-15,1-6 0 0,1 2-7 16,0-6 16-16,-1-2-9 16,0-2 0-1,4-4-1-15,0 0 1 0,3 0 5 16,5-7 1-16,-4-13-3 16,-1 1-2-16,-3-7-1 15,-2-1 0-15,-6 6-12 16,-3-2 11-16,-2 6-1 15,0 3 2-15,0 6 22 16,0 1-17-16,0 4 6 16,0 3-7-16,0 0 6 15,0 0-18-15,0 0 8 0,0 0-22 16,0 0 19-16,0 8-12 16,0 10 15-16,0 5-1 15,0 0 3-15,0-2-4 16,0 6 2-16,0-5 0 15,0 1 1-15,0 0-1 16,7-5 0-16,1-6 0 16,-3-7-8-16,2-5 5 15,0 0-3-15,-1 0 6 16,7 0 52-16,5-9-35 16,-2-8-4-16,4-6-13 15,-4-3-15-15,-3 2 14 16,1 2-13-16,-6 4-3 15,1 0 11-15,0 1 6 16,0 3 0-16,-4 5 0 0,-1 1 6 16,-2 8-5-16,-2 0-1 15,0 0-11-15,0 0 4 16,0 0-42-16,2 4 39 16,-2 9 1-16,0 10 18 15,0 0-9-15,0-2 0 16,0-3 0-16,2 1 16 15,1-2-12-15,2-3-4 16,-3-2 0-16,0-2 10 16,0-5-10-16,1-2 0 15,-3-3 0-15,2 0 21 16,0 0-13-16,2 0-1 16,3-3 16-16,2-12-14 15,0-2-9-15,4 0 0 0,-1-1 0 16,3 0-4-16,3-1 7 15,-3 2-3-15,1 2 0 16,-1 8-5-16,-5 2-4 16,-6 0 9-16,-2 5 0 15,-2 0-6-15,2 0 1 16,-2 0-19-16,0 5 4 16,5 12 20-16,-1 1 2 15,0 5 3-15,6 0-4 16,-4 3 20-16,3-4-19 15,0-3 6-15,5-5 11 0,-1-7-11 16,0 3 16-16,0-6-11 16,1-4 6-16,-1 0 13 15,-2 0-31-15,-1 0 12 16,-4 0-13-16,1-4-37 16,-1-13-65-16,-3-9-162 15,-3-11-401-15</inkml:trace>
  <inkml:trace contextRef="#ctx0" brushRef="#br0" timeOffset="109914.01">3152 17045 559 0,'0'0'42'0,"0"0"-37"16,0 0 16-16,0 0 17 16,0 0 49-16,0 0-36 15,22 39-29-15,-13-39-3 16,-3 0-15-16,-6 0 38 16,0-5-21-16,0-16-20 15,0 8 15-15,0-1-15 16,-6-1 5-16,-6 7-6 0,-1 8 0 15,-2 0-28 1,3 4-91-16,4 15-73 0,8 2-235 16</inkml:trace>
  <inkml:trace contextRef="#ctx0" brushRef="#br0" timeOffset="110818.65">4815 17096 60 0,'0'0'248'0,"0"0"-91"15,0 0-36-15,0 0-54 16,0 0 20-16,0 0 5 16,0-39-37-16,0 34-20 15,0 1-2-15,0 4 0 16,0-3-7-16,0 3 1 0,0 0 24 15,0 0-35 1,0 0-3-16,0 0-13 0,0 0-5 16,0 0 1-16,0 13-18 15,0 18 22-15,8 0 5 16,5 5-1-16,-1 3-3 16,1-3 5-16,1-4 2 15,-3-2-1-15,-3-7-7 16,-3 4 4-16,0-8-4 15,-3-7 5-15,-2-3-5 16,0-5 0-16,0 0-24 16,0-4-23-16,0 0-23 15,2 0-28-15,1-8-33 16,-1-13-317-16</inkml:trace>
  <inkml:trace contextRef="#ctx0" brushRef="#br0" timeOffset="111149.48">4853 17089 267 0,'0'0'183'15,"0"0"-12"-15,0 0-111 16,0 0 36-16,0 0 35 16,0 0-49-16,-40-99-53 15,50 89-29-15,13 3 4 16,4-2-10-16,4 9-4 15,0 0 10-15,0 0 0 16,-7 4-4-16,-6 15-1 0,-11 2 0 16,-7 2-14-16,0 3 13 15,-15 1 9 1,-19 0-3-16,-2-1 10 0,-2-7-5 16,5 2 0-1,4-7-5-15,6-5-1 0,8 0-3 16,7-9-55-16,8 0-50 15,0 0 21-15,8 0-87 16,23-12-225-16</inkml:trace>
  <inkml:trace contextRef="#ctx0" brushRef="#br0" timeOffset="112229.73">5392 17038 85 0,'0'0'69'0,"0"0"-35"0,0 0 48 16,0 0-33-16,0 0 0 16,0 0-13-16,-2-12 8 15,2 8 16-15,0 2 19 16,0-2 4-16,0 0-21 15,0 4 10-15,0-4-4 16,0 0-15-16,0-1-2 16,0 5-49-16,0 0 17 15,0 0-12-15,0 0-3 16,-3 0-7-16,-6 0 3 16,-2 0 0-16,-9 5-4 15,-2 13 1-15,0 5 3 16,-3 6 7-16,5 0-4 15,0 5 31-15,7 2-31 16,2 0 17-16,6-1-20 0,5-4 6 16,0-7-6-16,7-2 0 15,15-10 7-15,6-2-16 16,9-5-7-16,-2-5-31 16,1 0-43-16,-7-5-135 15,-6-13-263-15</inkml:trace>
  <inkml:trace contextRef="#ctx0" brushRef="#br0" timeOffset="112568.54">5577 17031 189 0,'0'0'389'0,"0"0"-266"0,0 0-103 16,0 0 24-16,0 0 19 15,0 0-5-15,-10-27-48 16,10 27-6-16,0 0-4 16,0 0 12-16,0 0-9 15,0 0 12-15,0 0-15 16,0 4 0-16,0 14 20 16,0 4-15-16,0 4 9 15,0-4-13-15,0 2 3 16,0 3 4-16,0-9-5 15,0 3-3-15,0-10 0 0,0 1-2 16,6-9-9-16,0-3-43 16,3 0-46-16,7 0 54 15,-1-17-132 1,1-9-211-16</inkml:trace>
  <inkml:trace contextRef="#ctx0" brushRef="#br0" timeOffset="112658.57">5577 17031 178 0</inkml:trace>
  <inkml:trace contextRef="#ctx0" brushRef="#br0" timeOffset="112908.72">5577 17031 178 0,'116'-136'277'0,"-116"136"-56"0,0 0-166 0,0 0 21 0,0 0 34 16,0 0-55-16,-22-39-32 16,22 39-23-16,4 0 0 15,14 10 10-15,4 12-7 16,2 8 2-16,-1 6-4 15,-6 4 6-15,-5 4-7 16,-8-2 0-16,-4-2 3 16,0 1 14-16,0-2-15 15,-14-8 18-15,4-4 4 16,-1-4-13-16,1-9 31 16,4-2-16-16,1-3-24 15,-1-4 12-15,2-1-6 16,2 0-8-16,-4 0 0 15,2 2 0-15,0 3-41 16,1-6-66-16,3 3-64 0,0-6-171 16</inkml:trace>
  <inkml:trace contextRef="#ctx0" brushRef="#br0" timeOffset="114417.92">10443 17022 75 0,'0'0'36'0,"0"0"27"15,0 0 1-15,0 0 0 0,0 0 18 16,0 0-19-1,11-18-5-15,-11 18-15 0,0 0-5 16,0 0 9-16,0 0-14 16,0 0-13-16,0 0 18 15,0 0-25-15,0 0 4 16,0 0 7-16,0 0-18 16,0 0 21-16,0 0 5 15,0 0-13-15,0 0 9 16,0 0-21-16,0-5 7 15,0 5 12-15,0-9-25 16,0 6 7-16,0-4-8 16,0 0 2-16,0 2 1 15,0-5 3-15,0 6-2 0,0 0 4 16,0 0-4-16,0 4 23 16,0-5-21-16,0 5-4 15,0-5 35-15,0 1-35 16,0 4 6-16,0 0 8 15,0 0-8-15,0 0-7 16,0 0-1-16,0 0 2 16,5 18-12-16,4 12 20 15,-3 6-8-15,1 5 10 16,-1-2-6-16,2 3 2 16,-4-3-8-16,0-4 6 15,3-10-2-15,-3-4-4 16,4-2 0-16,-4-11-1 15,2 0-25-15,1-6-30 16,1-2-49-16,2 0-60 0,-4 0-65 16,-1-5-171-16</inkml:trace>
  <inkml:trace contextRef="#ctx0" brushRef="#br0" timeOffset="114742.79">10470 17022 258 0,'0'0'150'16,"0"0"-59"-16,0 0 37 16,0 0-37-16,0 0 1 0,0 0-43 15,-20-72-36 1,36 63-6-16,1 9-5 0,1-5 2 16,-3 5 4-16,-1 0-8 15,-3 0 3-15,-1 0-7 16,-4 0 3-16,-6 10 0 15,0 5-16-15,0 4 14 16,-10 0 3-16,-13 4 4 16,-9 0-2-16,1-6 8 15,2 1-5-15,5-2-4 16,5-6-1-16,9-5 5 16,5-1-12-16,5-4-25 15,0 0-25-15,13-4-92 0,12-11-392 16</inkml:trace>
  <inkml:trace contextRef="#ctx0" brushRef="#br0" timeOffset="115104.13">10817 16918 209 0,'0'0'161'16,"0"0"-99"-16,0 0 53 16,0 0-13-16,0 0-42 15,0 0-13-15,0-8-19 0,0 8-26 16,0 0 4-16,0 0 1 16,-4 0-7-16,-13 10 27 15,-4 11-1-15,-1 2 12 16,-1 7 9-16,4 2-11 15,-2 8 9-15,8 9-12 16,7-3-1-16,6-2 5 16,0-5-36-16,4-2 8 15,23-2-2-15,6-12-6 16,3 0-1-16,6-6-13 16,5-13-88-16,-1-4-71 15,4-9-200-15</inkml:trace>
  <inkml:trace contextRef="#ctx0" brushRef="#br0" timeOffset="115836.63">11234 17084 67 0,'0'0'147'0,"0"0"-98"15,0 0-44-15,0 0 13 16,0 0 35-16,0 0-20 16,-2 0-9-16,0 0 9 0,0 0 47 15,0 0 28 1,-3-10-83-16,1 2-14 0,-3-6 25 16,2 7-26-16,-1-7 0 15,-1 3 12-15,0-5-21 16,-2 6 21-16,-1-2-22 15,-2 3 0-15,1 0 16 16,-2 3-9-16,-1 6-7 16,-1 0 0-16,-3 0 0 15,3 0-6-15,-1 0 6 16,5 0 0-16,-1 6-7 16,6 6 12-16,-1-1-5 15,1 1 9-15,3 5-8 0,1-2 19 16,-1 2-19-16,3-3-1 15,0 3 0-15,0-3 1 16,0-4-1-16,8-7 0 16,5 2 1-16,3-5 25 15,-1 0-24-15,5 0-2 16,-3-5 9-16,4-8-4 16,-3-1-5-16,-3-3 0 15,-1 0 4-15,-3 3-7 16,0-1 3-16,-2-2 0 15,0 8-7-15,2-1 13 16,-4 3-7-16,-3 2 1 16,1 1 0-16,-5 4 17 15,2 0-13-15,-2 0 6 0,0 0-10 16,0 0-4-16,0 0 1 16,2 9 3-16,0 8 13 15,-2 5 23-15,2 6-34 16,-2 2 9-16,0 3 9 15,0 2-14-15,0 0-3 16,0-3-3-16,5-6 1 16,1-4-5-16,2-5 4 15,2-2-67-15,3-10 0 16,3-5-67-16,5 0-68 16,-2 0-69-16</inkml:trace>
  <inkml:trace contextRef="#ctx0" brushRef="#br0" timeOffset="116600.69">11564 17079 45 0,'0'0'75'0,"0"0"28"15,0 0 4-15,0 0-44 16,0 0 0-16,0 0-30 15,25-21-2-15,-25 20 18 16,0 1-5-16,0 0 23 16,0-5-31-16,0 1 4 15,0 1-7-15,0-4-20 16,0 3-8-16,0 1-5 0,0-6 4 16,0 3-13-16,0-2 10 15,-10-1-1-15,4-3 2 16,0 1 4-16,1 3-6 15,-1 4 0-15,-2-2 4 16,4 2-3-16,-2 0-1 16,-1 4-7-16,-5 0-3 15,2 0 10-15,-3 0 4 16,-4 0-4-16,5 8 1 16,-5 7-3-16,5 2 2 0,-5-3 0 15,7 8 9 1,1-8-2-16,4 3-4 0,3 0-3 15,2-7 0-15,0 2 9 16,0-5-9 0,0 1 0-16,5-8 3 0,6 0 1 15,2 0 18-15,3 0-7 16,4-8-15-16,-1-11 0 16,2 1-21-16,-4-3-4 15,-1 2 23-15,-1-3-20 16,-3 5 18-16,1 3 0 15,-3-1 4-15,-2 3 0 16,-1 2 0-16,-3 3 0 16,-2-2 7-16,0 7-1 15,-2 2 1-15,0 0-7 0,0 0-3 16,0 0 0-16,0 0-15 16,0 0 18-16,0 14 4 15,0 0 0-15,0 4 13 16,0 5-1-16,0 2-12 15,0 1 17-15,0 2-21 16,0 2 0-16,0-2 5 16,0-1 2-16,0-5-7 15,6-4 0-15,-2-4-14 16,0-10 4-16,1-1-54 16,-1-3 7-16,7 0-83 15,-2-3-173-15</inkml:trace>
  <inkml:trace contextRef="#ctx0" brushRef="#br0" timeOffset="116969.48">11647 16804 527 0,'0'0'190'0,"0"0"-125"15,0 0 5-15,0 0-8 16,0 0-8-16,0 0-52 16,82 16 1-16,-51 12 12 15,-4 7-13-15,-7 6 10 16,-9 8-12-16,-11 0 0 0,0 3 23 16,-2 2-21-1,-20 1 41-15,-2-3-11 0,-3-6 8 16,4-11 21-1,3-3-37-15,7-11 0 0,0-3 10 16,8-11-29-16,0-4 1 16,5 1-6-16,0-4 3 15,0 0 6-15,0 0-9 16,21 0-39-16,10 0 2 16,11-10-152-16,7-7-152 15</inkml:trace>
  <inkml:trace contextRef="#ctx0" brushRef="#br0" timeOffset="118122.56">12806 16915 9 0,'0'0'191'16,"0"0"11"-16,0 0-125 16,0 0-1-16,0 0 38 15,0 0-26-15,-6-27-30 16,6 27 1-16,0 0-51 15,0 0 10-15,0 0-18 16,0 0 3-16,0 7 16 16,0 16-12-16,0 0 13 0,0 4 8 15,0-1-27 1,2 6 22-16,0-6-12 0,-2 2 1 16,0-2 14-16,0-4-23 15,0-3 1-15,0-5 2 16,0-2 1-16,0-8-7 15,0-2 1-15,0-2 6 16,0 0 9-16,0 0-9 16,0 0 4-16,0 0 26 15,0-14-34-15,0-4-3 16,0-5 0-16,2 2 0 16,0-2-8-16,3 0-1 0,-1-8 9 15,0 4-10 1,2 1 9-16,-2-1-2 0,2 10 3 15,-4-2 0-15,1 9 5 16,1-2-5-16,-2 7 0 16,0 0 0-16,0 1 10 15,4 4-4-15,-4 0-6 16,2 0-3-16,5 0-3 16,2 18-1-16,5 8 7 15,-1 6-2-15,5 5 11 16,1-2-4-16,-2-5-5 15,4-3 2-15,-5-10 8 16,-5-7-10-16,-2-1 0 16,-4-9 8-16,2 0 0 15,-3 0 2-15,2-22-10 0,-2-5-32 16,-2-1 19 0,3-2-16-16,-3 2 25 0,-2 2-12 15,3 4 23-15,-2 8-8 16,1 2 2-16,0 6 0 15,1 1 26-15,1 5-27 16,-2 0 7-16,6 11-15 16,-1 7 18-16,-1 8-7 15,2 4 7-15,-1 2-9 16,-3 1 14-16,-2 1-15 16,-2-2-5-16,-2-5 3 15,0 4-85-15,0-9-26 16,0-8-101-16,0-7-195 15</inkml:trace>
  <inkml:trace contextRef="#ctx0" brushRef="#br0" timeOffset="118843.29">13655 17004 329 0,'0'0'140'16,"0"0"-105"-16,0 0-33 15,0 0 0-15,0 0 42 16,0 0-36-16,-8 0 13 0,8 0 28 16,0 0-44-1,0 0 20-15,0 0 15 0,0 0 4 16,-3 0 7-16,-2 0-43 15,3 0 0-15,-2 0-2 16,0 0 3-16,1 0-2 16,-5 0-7-16,0-5-3 15,2-4-1-15,-3 1-10 16,3 2 14-16,-2-2-3 16,2-2 7-16,-1 6-4 15,5 0 0-15,-2 0 0 16,2-1 11-16,2 5-8 0,-2 0 2 15,-1 0 4-15,-2 0-9 16,-3 0-8-16,-3 9 2 16,-3 9 6-16,-1 4 1 15,3 4 17-15,1-2-1 16,5 2 29-16,-1-3-39 16,2-1 11-16,1-9-17 15,4 0-1-15,0-3 10 16,0-6-10-16,0-4 0 15,0 0 3-15,0 0-3 16,0 0-30-16,0 0-7 16,0-18-21-16,0-9-11 15,16-5 26-15,6-2 38 0,2 2-3 16,1 4 16-16,-3 2 1 16,-1 8 22-16,-6 11 33 15,-7-2 17-15,-2 9-17 16,-2 0-43-16,-2 0 1 15,2 16-19-15,1 6 40 16,-3 7-8-16,2 0-26 16,-2 0 9-16,6-4-18 15,-6-2-4-15,0-5 0 16,-2-1-90-16,0-7-63 16,0-1-95-16,0-5-195 15</inkml:trace>
  <inkml:trace contextRef="#ctx0" brushRef="#br0" timeOffset="119437.43">13762 17031 465 0,'0'0'214'16,"0"0"-190"-16,0 0 42 15,0 0-64-15,0 0 4 16,0 0 20-16,141-44-20 15,-121 44-6-15,-7 0-4 16,-4 0 4-16,-7 7-10 16,-2 7 10-16,0 0 0 0,0 4 6 15,-9 0 2 1,-4 3 16-16,-3-4 7 0,5-7-14 16,0 3 27-1,4-8-39-15,5-1-4 0,0-4 10 16,2 0-1-16,0 0-5 15,0 0 14-15,0 0-9 16,0-13-10-16,4-6-14 16,8 2-9-16,-1 0 4 15,2 0-33-15,1-2 8 16,-1 1 26-16,3 0 18 16,-6 1 7-16,2-2-3 15,-3 6 39-15,-3 1-2 16,-1 1-38-16,-3 3 38 0,-2 8-27 15,0-4-11-15,0 4-3 16,0 0-12-16,-2 0 12 16,-11 0-4-16,1 0 4 15,1 12 0-15,2-1 10 16,3 6-6-16,-1 1 42 16,2 5-14-16,5-2 15 15,0-3 1-15,0 4-27 16,0-4 0-16,18-5 0 15,9-8-21-15,7 0 32 16,1-5-32-16,1 0-24 16,-9-19-90-16,-9-3-167 15,-7-4-481-15</inkml:trace>
  <inkml:trace contextRef="#ctx0" brushRef="#br0" timeOffset="121530.88">4418 17263 178 0,'0'0'159'15,"0"0"-93"-15,0 0 75 16,0 0-73-16,0 0 35 16,0 0-8-16,2-14-57 15,-2 14 3-15,0 0 7 0,0 0-26 16,0-5 24-16,0 5-28 16,0 0-14-16,-9 0 19 15,-23 0-22-15,-7 0 0 16,-11 0-1-16,-6 0 7 15,-6 5-13-15,-9 4 6 16,-6-4 0-16,-4 2-1 16,3 0 8-16,9-3-7 15,11 0 14-15,16 4-10 16,15-8 12-16,11 0-16 16,9 0 0-16,7 0 10 15,0 0-8-15,0 0 1 16,0 0-3-16,0 0 11 15,0 0-8-15,0 0 0 0,0 0-2 16,0 0 21-16,0 0-22 16,0 0 8-16,0 0-1 15,0 0 1-15,0 0 3 16,0 0-4-16,0 0-6 16,0 0 17-16,0 0-16 15,0 0-2-15,0 0 5 16,0 0 4-16,0 0-6 15,0-3-3-15,5-10-19 16,4-6 16-16,4 2-33 16,3-5 2-16,1 3 11 15,0 5-5-15,-5 1 26 16,-1 1-5-16,-1 2 7 0,-8 1-11 16,0 4 15-16,-2 5-4 15,0 0 0-15,0 0-39 16,0 0 6-16,-14 0 16 15,-9 10 17-15,-6 8 2 16,0 3 3-16,-3 2-5 16,3-1 0-16,5 5 8 15,8 0-9-15,5-1 1 16,9-1 0-16,2 1 9 16,0-1-9-16,15 1 0 0,14-2 18 15,5 3-11 1,4-5 3-16,4 0-7 0,5-1-3 15,3-2-63-15,6-6-159 16,2-8-214-16</inkml:trace>
  <inkml:trace contextRef="#ctx0" brushRef="#br0" timeOffset="122817.87">12119 17079 82 0,'0'0'86'15,"0"0"-32"-15,0 0 41 0,0 0 4 16,0 0 43-16,0 0-33 16,-87 0-9-16,87-9 29 15,0-3-88-15,14 2 13 16,13 0-54-16,6 3 0 15,9-2-8-15,5 3 16 16,4 6-8-16,5-4 0 16,-2 4-41-16,-7 0 25 15,-7 0-26-15,-11 0-23 16,-12 0 32-16,-7 0 3 16,-10 0 4-16,0 0 21 15,0 0-25-15,-5 0 30 0,-22 0 17 16,-2 0-15-1,-2-4 21-15,4-5-14 0,3 0 6 16,3-1 34-16,8-2-14 16,3 2-6-16,2-2 5 15,6 2-9-15,2 6 8 16,0-4-21-16,0 2-8 16,2 3 14-16,16 3-14 15,7 0-4-15,0 0 0 16,-4 9-1-16,-2 13-8 15,-9 5 7-15,-3 4 2 16,-7-1-4-16,0 2 4 16,0-2 0-16,0-2 0 15,0-1-7-15,-4-5-140 16,4-9-207-16</inkml:trace>
  <inkml:trace contextRef="#ctx0" brushRef="#br0" timeOffset="125498.61">2400 17807 78 0,'0'0'103'15,"0"0"-33"-15,0 0-28 16,0 0 5-16,0 0 49 16,0 0-41-16,0-12 21 15,0 12-19-15,0 0-25 16,0 0 18-16,0 0-1 0,0-5-2 15,0 5 25-15,0 0-35 16,0 0-8-16,0 0 13 16,0 0-23-16,0 0 9 15,0 0-28-15,0 0 8 16,0 0-16-16,0 0-13 16,0 0-4-16,0 0 18 15,0 17-8-15,7-4 15 16,4 6 0-16,2-5 5 15,3 3 0-15,2 0 12 16,-2-3-17-16,-1-4 0 16,7-2-3-16,10-8 3 15,10 0 20-15,13 0 6 0,10-8-9 16,5-6-17-16,1 4 0 16,0-3-3-16,-1 9-10 15,1 0-10-15,0 4 20 16,-2 0-18-16,-4 0 20 15,-7 0-17-15,-7 0 17 16,-4 0-12-16,-7 8 20 16,-5 6-17-16,-2-1 10 15,-6-3 0-15,-4-2 0 16,-5 2 0-16,-5-3-3 16,-4 4-1-16,-4-8-26 15,-3 6 27-15,0-6-11 0,-2 0 8 16,0-3 6-16,0 2 4 15,0 0 0-15,0 6-8 16,0 0 10-16,0-2-3 16,0 2-3-16,0-2 3 15,0-6 0-15,0 0-3 16,0 0 0-16,0 0 1 16,0 0 9-16,0 0-10 15,0 3 12-15,0 2-12 16,-2-1 31-16,-7-4-27 15,2 3 2-15,1-3 25 16,3 0-27-16,1 0 33 16,0 0 3-16,2-12-13 0,-2-5-14 15,2-1-13 1,0-5 0-16,0 2 11 0,0-2-11 16,11 0-15-16,7 1 11 15,6 0-13-15,3-1 11 16,8 9-3-16,4-4 9 15,1 3 0-15,7 4-26 16,-3-3 21-16,3 2 5 16,2 6-17-16,0-2 11 15,-1 1-5-15,6 0 9 16,2 3-20-16,9 4 23 16,1-4-1-16,8 4 0 0,0 0 6 15,-2 0-7-15,-4 0 1 16,-5 0 0-16,-7 0-6 15,-4 0 7-15,2 0-1 16,-2 0 0-16,-4 0 1 16,2 0 5-16,-5 0 0 15,-1 0-6-15,-2 0 27 16,-4 0-26-16,-2 0 14 16,-1 0 1-16,1 0-12 15,-5-10 14-15,-2-2-18 16,-4 3 5-16,-7 0 22 15,-7 3-27-15,-3-2 17 16,-3 8 5-16,0-4-1 16,-3 4 21-16,-2 0-31 15,2 0 9-15,-2-5 4 0,0 5-18 16,0 0-1 0,0 0-5-16,0 0-8 0,0-3 7 15,0 1-109-15,-18-7-54 16,-9 6-174-16</inkml:trace>
  <inkml:trace contextRef="#ctx0" brushRef="#br0" timeOffset="129084.93">6780 17329 811 0,'0'0'249'16,"0"0"-137"-16,0 0-76 16,0 0-32-16,0 0 0 15,0 0-4-15,-27-18-41 16,27 18-103-16,21 0-340 16</inkml:trace>
  <inkml:trace contextRef="#ctx0" brushRef="#br0" timeOffset="131383.87">22322 1277 220 0,'0'0'139'0,"0"0"-37"15,0 0-30-15,0 0-13 16,0 0-15-16,0 0-44 16,-13-28-9-16,13 66 9 15,4 22 0-15,7 16 40 16,-3 10-22-16,-2 9 4 16,-4-3-5-16,-2 1-15 15,0-10-2-15,0-13 0 16,0-15-57-16,9-18-75 15,5-18-149-15</inkml:trace>
  <inkml:trace contextRef="#ctx0" brushRef="#br0" timeOffset="131833.76">22284 1782 91 0,'0'0'84'15,"0"0"-24"-15,0 0-35 16,0 0-4-16,0 0 100 16,0 0-41-16,-95-24-1 15,92 24-33-15,3 0-33 16,0 0-13-16,0 0 1 0,11 0-1 15,25 0 50-15,17 0-49 16,22 0 57 0,18 0-44-16,20 0-9 0,26 0 16 15,25-3 19-15,24-6-8 16,10 7-29-16,-6 2 5 16,-23 0-16-16,-28 12-4 15,-32 7-56-15,-26-2 5 16,-17-3-3-16,-18-4 20 15,-17-3 39-15,-18-7-7 16,-13 0 13-16,0 0 2 16,0-4 37-16,-13-13-17 0,-3-1-19 15,1 2-2 1,-2-1-57-16,5 0-126 0,-2-3-43 16</inkml:trace>
  <inkml:trace contextRef="#ctx0" brushRef="#br0" timeOffset="132172.57">23968 1197 110 0,'0'0'91'0,"0"0"-18"16,0 0-22-16,0 0 8 0,0 0 25 15,0 0 35-15,-21-49-77 16,21 49-42-16,0 7-8 16,0 27-44-16,0 20 52 15,0 18 21-15,5 15-5 16,6 8 18-16,-4 9-23 16,-1 5 0-1,-1-3 26-15,-3-4-27 0,2-13-5 16,1-21-1-16,0-16 7 15,1-17-10-15,3-13-1 16,-3-15-46-16,4-7-28 16,3 0-56-16,5-24-76 15</inkml:trace>
  <inkml:trace contextRef="#ctx0" brushRef="#br0" timeOffset="132824.73">23997 1333 201 0,'0'0'133'15,"0"0"-76"-15,0 0 12 16,0 0 29-16,0 0 0 16,0 0-54-16,-21-56-21 15,70 54-22-15,19 2-2 0,13 0-4 16,20-2 5-1,20-7 0-15,28 0 21 0,26-3-27 16,33 0 20 0,18 4-1-16,1 4 9 0,-2 4-15 15,-18 0-10-15,-29 14 4 16,-26 5-1-16,-25-2 0 16,-26-1 8-16,-24-2-8 15,-21-3 0-15,-27-6 1 16,-13-3-11-16,-16 0 2 15,0-2-30-15,0 0 38 16,0 0 65-16,0 0-19 16,-5 0-12-16,3 0-33 15,0 0 11-15,2 0-9 16,0 0 3-16,-3 0-4 0,1-4-2 16,-4-1-31-1,-3 0-11-15,-5-1-6 0,1-2 25 16,-3 2 18-16,3 0 5 15,1 0-1-15,6 0 1 16,0 2 0-16,-1 0-4 16,5 0 13-16,2 1-9 15,0 3 1-15,0 0 4 16,0 0-3-16,0 0-2 16,0 0-10-16,0 0 5 15,0 9-36-15,0 26 20 16,0 16 3-16,2 19 18 0,13 19 1 15,6 13 3-15,1 12 1 16,-5 2 16-16,-1-3-11 16,-7-15-8-16,-5-16-2 15,-4-14-43-15,0-11-109 16,0-17-128-16</inkml:trace>
  <inkml:trace contextRef="#ctx0" brushRef="#br0" timeOffset="133356.15">24168 2346 88 0,'0'0'216'16,"0"0"-169"-16,0 0-22 16,0 0-17-16,0 0-8 15,0 0 11-15,0-32-6 0,-9 30-1 16,-5 0-4-1,-1 2 3-15,-1 0 12 0,10-3-10 16,3 3 44-16,3-2 37 16,0-3-35-16,32-2 15 15,19-1-66-15,27-1 0 16,21-3-16-16,21 0 39 16,28-2-23-16,29-4 0 15,28-1 0-15,15 2 62 16,8 4-15-16,-12 8-8 15,-28 5-13-15,-39 0-26 16,-37 0-8-16,-35 0-14 16,-27 0-48-16,-19 0 26 0,-20 0-24 15,-11-9-7 1,0-3 28-16,-22-3 36 0,-19-6-37 16,-7 4-7-16,-10 0-72 15,-5-1-36-15</inkml:trace>
  <inkml:trace contextRef="#ctx0" brushRef="#br0" timeOffset="133680.96">25320 1252 151 0,'0'0'109'16,"0"0"-38"-16,0 0-7 15,0 0 27-15,0 0-46 16,0 0 3-16,-13-33-48 16,13 47-31-16,0 30 17 15,0 28 14-15,0 20 38 16,0 15 53-16,5 9-56 15,1 0 8-15,-1-3-17 16,1-13-23-16,10-18-3 16,7-16-6-16,10-18-155 15,5-15-87-15</inkml:trace>
  <inkml:trace contextRef="#ctx0" brushRef="#br0" timeOffset="134804.16">26544 1893 123 0,'0'0'69'0,"0"0"-69"16,0 0-49-16,0 0 13 15,0 0 36-15,0 0 48 16,-158-44-2-16,158 44-35 16,0-2 13-16,0-3 58 15,16 0-82-15,5 1-1 16,-2 2-1-16,1 2 0 0,-7 0-9 15,-1 0 7-15,-8 0 4 16,-2 0-2-16,-2 0-11 16,0 0 13-16,0 0 31 15,0 0 27-15,0 0 9 16,0 0-13-16,-2 0 8 16,2 0 2-16,0 0-48 15,0 0 0-15,0 0 2 16,11 0 8-16,16 0 28 15,13 0-49-15,11-3 3 16,18 1 5-16,22-1-6 16,30 1-7-16,35-3 7 15,32 2-3-15,30-1 81 16,15 1-51-16,2 3-18 16,-17 0 1-16,-33 0-17 0,-31 13-9 15,-29 3-21-15,-25-4-56 16,-22-3 49-16,-27-2 19 15,-24-6 18-15,-18-1-5 16,-9 0 24-16,0 0 32 16,0 0 28-16,-2 0-40 15,-5-1-1-15,5-2-30 16,0 3 3-16,2 0 2 16,0 0-8-16,0 0-5 15,0 0 0-15,0 0-5 0,0 0 0 16,0 0-10-1,0-5 7-15,6-1-2 0,5-1-32 16,7 0 3-16,-1 3 39 16,0-3-11-16,-1 6 6 15,-5 1-14-15,-5 0 2 16,-4 0 15-16,-2-2-2 16,0 0-3-16,0-1 7 15,0 3-27-15,0 0 0 16,0 0-4-16,-2-2-4 15,-2 2 14-15,4 0-93 16,0 0-23-16,0 0 57 16,0 0-20-16,-2 0-3 0,-9 0-56 15</inkml:trace>
  <inkml:trace contextRef="#ctx0" brushRef="#br0" timeOffset="135349.9">28399 1806 53 0,'0'0'109'16,"0"0"-82"-16,0 0 6 15,0 0 71-15,0 0 35 16,0 0-49-16,82-5-71 0,-15 5-18 15,13 0 20-15,14 1-5 16,18 2 32-16,17-3-10 16,14 0-14-16,13 0 50 15,2 0-15-15,-2 0-40 16,-5-7 2-16,-6 1 2 16,-6 5-6-16,-3 1 29 15,-5 0-34-15,-11 0 4 16,-12 0 6-16,-24 1-12 15,-21 8-7-15,-23-1-3 16,-18-4 0-16,-13-3 3 16,-7-1-3-16,-2 0 0 15,4 0 26-15,6 0-4 16,7 0 27-16,10 0-29 16,0 0-17-16,-5 0 5 0,-2-1-8 15,-8 1 0-15,-8 0-5 16,-2 0 5-16,-2 0-23 15,0 0-26-15,0 0-49 16,0 0 30-16,0 0 12 16,0 0 15-16,0-3 23 15,0 3-35-15,0-4 23 16,-4 0-15-16,-3 0-1 16,-7-5-51-16,-1-5-156 15,1-3 24-15</inkml:trace>
  <inkml:trace contextRef="#ctx0" brushRef="#br0" timeOffset="135605.75">30807 1494 175 0,'0'0'76'16,"0"0"3"-16,0 0 63 16,0 0-82-16,0 0 7 15,0 0-1-15,15-38-42 16,-10 38-24-16,1 9-7 15,5 23 7-15,-2 14 0 16,3 12 3-16,-4 9 21 16,1 5 8-16,1-3-25 0,-8-4 9 15,2-4-16 1,-4-13 7-16,0-4 1 0,0-11-8 16,0-8-107-16,0-6-90 15,0-14-149-15</inkml:trace>
  <inkml:trace contextRef="#ctx0" brushRef="#br0" timeOffset="135746.67">31129 2043 263 0,'0'0'0'0,"0"0"-9"16,0 0-141-16</inkml:trace>
  <inkml:trace contextRef="#ctx0" brushRef="#br0" timeOffset="139319.46">26653 2516 28 0,'0'0'92'15,"0"0"-63"-15,0 0-9 16,0 0-11-16,0 0 51 16,0 0 16-16,0 0-18 15,-44 0-14-15,44 0-36 16,0 0 9-16,0 0 10 15,0 0-10-15,0 0 22 16,0 0-4-16,0 0-14 16,5 0 27-16,10 0-32 0,7-2 3 15,5-2-19-15,4 0 8 16,7 0-17-16,5 3 9 16,3-4 0-16,8 3 10 15,0 1-9-15,3-2 0 16,1 3-1-16,2 0-3 15,2 0 3-15,-1-2 0 16,1 0 1-16,-4 0 8 16,0 0-8-16,-2 2-1 15,0 0 0-15,-5 0 5 16,2 0-12-16,-1 0 7 16,1 0 0-16,3 0 7 15,0 0-5-15,1 0-2 16,1 0 0-16,5 0-3 0,2 0 2 15,0 0-2-15,-1 0-9 16,3 0-14-16,0 4-22 16,1 0 10-16,0 0 18 15,1 3-31-15,0-6 27 16,3 1 24-16,3 0 0 16,6-2-1-16,0 0 1 15,6 0 0-15,-2 0 24 16,-6 0-17-16,-6-2 6 15,-11 2-13-15,-4 0 5 16,-6 0-10-16,-6 0-1 16,-3 0 6-16,-3-2-2 15,0 2 9-15,3 0-7 0,1-1 0 16,3-2 4 0,-3 3 21-16,1 0-22 0,0 0-3 15,-8 0 0-15,-8 0 2 16,-8 0-8-16,-8 0 6 15,-4 0 0-15,-2 0 1 16,-1 0-1-16,3 0 0 16,2 0-1-16,2 0 7 15,3 0-6-15,2 0 0 16,2-2 5-16,-2-1 2 16,-3 0-7-16,-3-1 0 15,-3 0 1-15,-7 3 3 0,0-4-8 16,-2-1 0-1,0-4 1-15,0-2 3 0,-8-1-6 16,-11-1 31-16,-3-3-25 16,2 5 0-16,2 4 53 15,3 4-34-15,8 0-15 16,4 4 2-16,3 0-6 16,0 0-23-16,0 0 19 15,0 0-36-15,12 0 40 16,8 6 13-16,2 4-4 15,-1 0-9-15,-4 2 5 16,-5 4-5-16,-8 4 0 0,-4 2-8 16,0 2-4-1,-14 0-53-15,-13 0-66 16,1-4-73-16</inkml:trace>
  <inkml:trace contextRef="#ctx0" brushRef="#br0" timeOffset="140107.89">26896 2334 264 0,'0'0'92'0,"0"0"-44"15,0 0 9-15,0 0 43 16,0 0-59-16,0 0 17 16,11-77 25-16,-11 74-62 15,0 3-8-15,0 0-3 16,0 0-10-16,-2 0 0 16,-27 0 8-16,-15 22-4 15,-8 7 2-15,2 0-6 16,7 0 0-16,9-3 2 15,12-1 6-15,7-4-8 16,5-4 0-16,10 1 6 16,0 0-8-16,0 8 2 15,12 4 0-15,15 4-1 16,2 1-8-16,6-2-64 0,5 3 0 16,7-3-122-16,4-8 15 15,3-4-74-15</inkml:trace>
  <inkml:trace contextRef="#ctx0" brushRef="#br0" timeOffset="142137.35">26825 990 18 0,'0'0'273'0,"0"0"-160"0,0 0 1 16,0 0-31 0,0 0 34-16,0 0-38 0,-7-30-43 15,7 28-4 1,10 0-29-16,-2 1-3 0,3 1 0 15,-1 0-8-15,-2 0 1 16,5 12 7-16,-1 14-8 16,3 9-4-16,1 3 6 15,1 5 6-15,0-6 1 16,-2 0 8-16,1-3-7 16,-3-4-2-16,3-2-7 15,-3-4-8-15,1-6-61 0,-8 0-44 16,-4-4-32-16,-2-4-22 15,0 0-23-15</inkml:trace>
  <inkml:trace contextRef="#ctx0" brushRef="#br0" timeOffset="142545.13">26896 1347 67 0,'0'0'119'0,"0"0"27"16,0 0-26-16,0 0 13 15,0 0-42-15,0 0-21 16,-12-62-45-16,35 44-21 15,12-6 6-15,4 0-9 16,3-1-1-16,1-5 14 0,-7 2-10 16,-5 5-1-16,-6-2-3 15,-10 8 2-15,-3 1 1 16,-10 5-3-16,-2 6 0 16,0 3 4-16,0 2 36 15,0 0-13-15,0 0-27 16,0 0-15-16,0 0 11 15,-2 0-10-15,2 5-6 16,0 9 13-16,0 3-22 16,15 0 29-16,5 6-9 15,2-1 19-15,0 2-11 16,-1-3 3-16,-4 2-2 16,-8-3 17-16,-4-5-12 15,-5-4-5-15,0 1 0 16,0-6-5-16,-7 2 5 0,-9-2 35 15,-1 0-35-15,-8-4-29 16,-4-2-104-16,-2 0-133 16,0-12-137-16</inkml:trace>
  <inkml:trace contextRef="#ctx0" brushRef="#br0" timeOffset="142718.03">27166 998 589 0,'0'0'121'0,"0"0"-30"16,0 0-57-16,0 0-8 0,0 0-24 15,0 0-2-15,163-72-21 16,-136 72-58 0,-1 0-157-16,-3 0-103 0</inkml:trace>
  <inkml:trace contextRef="#ctx0" brushRef="#br0" timeOffset="143024.85">27652 860 179 0,'0'0'231'0,"0"0"-52"16,0 0-54-16,0 0-71 16,0 0-54-16,0 0-5 15,0 10-10-15,0 12 13 0,0 0 2 16,0-1 0-16,5-6-3 15,8-3 14-15,3-7-11 16,2-5 23-16,-1 0-9 16,1 0 34-16,-5-9-23 15,-1-7-25-15,-10-2 7 16,-2 3-7-16,0 0 0 16,0 5-12-16,0 3-26 15,-7 4 16-15,-6 3-10 16,0 0-37-16,1 0 4 15,1 0-160-15,5 3 30 16,6 0-18-16</inkml:trace>
  <inkml:trace contextRef="#ctx0" brushRef="#br0" timeOffset="143330.82">28113 691 68 0,'0'0'457'16,"0"0"-341"-16,0 0-47 16,0 0 12-16,0 0-5 15,0 0 9-15,38-29-69 16,-38 29-16-16,0 0-1 16,0 14-40-16,0 16 26 15,0 13 7-15,-13 10 8 0,-9 8 16 16,-3 6-1-16,-6 5-11 15,2 4-3 1,-5-1 7-16,1-2 2 0,2-1-10 16,4-11-12-16,12-8-43 15,3-14-35-15,12-10 11 16,0-15-74-16,8-14-146 16</inkml:trace>
  <inkml:trace contextRef="#ctx0" brushRef="#br0" timeOffset="143613.17">28332 1056 471 0,'0'0'174'0,"0"0"-119"16,0 0-55-16,0 0-8 15,0 0 4-15,0 0-11 16,-5 41 15-16,5-36 12 15,9-5 6-15,5 0 89 16,-1 0-29-16,-1 0-56 16,-6-3 15-16,-2-6-37 15,-4 2 0-15,0-2 16 16,0 6-16-16,-18 3-47 16,-17 0-15-16,-16 0-32 15,-9 14-7-15,-8 6-298 16</inkml:trace>
  <inkml:trace contextRef="#ctx0" brushRef="#br0" timeOffset="143784.07">25449 1085 545 0,'0'0'0'16</inkml:trace>
  <inkml:trace contextRef="#ctx0" brushRef="#br0" timeOffset="144637.21">25187 2430 402 0,'0'0'234'0,"0"0"-142"0,0 0 27 15,0 0-31-15,0 0-10 16,0 0-13 0,6-21-56-16,-6 21-9 0,0 0-5 15,0 0 4-15,-6 12 1 16,-10 7 3-16,-1 5 0 16,5 2-3-16,5-2 0 15,7-1-2-15,0-1 2 16,0-3 0-16,11-2 10 15,7-2-8-15,1-3 3 16,-4-2-3-16,-4 1 6 0,-2-3-8 16,-4 0 0-1,-3-3 0-15,-2 2-12 16,0 2 11-16,0-2 1 0,0 3-5 16,-7-1 1-16,-7 0 2 15,3-3-27-15,1-2-44 16,0-4-6-16,4 0-67 15,3-20-134-15</inkml:trace>
  <inkml:trace contextRef="#ctx0" brushRef="#br0" timeOffset="145098.85">25204 2470 782 0,'0'0'199'0,"0"0"-160"0,0 0-2 15,0 0 7-15,0 0-43 16,0 0 11-16,110-20-12 16,-75 16-8-16,-3 0 5 15,-3-3-12-15,-9 4 15 16,-7-1-6-16,-7 2 11 16,-3 2-5-16,-3 0 0 15,0 0-7-15,0 0 1 16,0 0-13-16,0 2 5 15,-7 16 3-15,-6 6 21 16,-1 7-10-16,1-2 0 16,5 4 2-16,2-4-2 15,6-2 0-15,0-3 0 0,0-7 0 16,4-2 5-16,11-8-5 16,3-4 5-16,1-3-3 15,-1 0 27-15,0-14-29 16,2-14 3-16,-4-6-3 15,-3-6-1-15,-4-3-5 16,-4 1-12-16,-5 8 15 16,0 5-2-16,0 12 5 15,0 7-3-15,-10 10 1 16,-5 0-77-16,-1 0-47 16,1 15-29-16,3 6-176 15,4-3-2-15</inkml:trace>
  <inkml:trace contextRef="#ctx0" brushRef="#br0" timeOffset="145441.66">25822 2331 434 0,'0'0'139'16,"0"0"-124"-16,0 0-2 15,0 0-6-15,0 0 2 16,0 0-3-16,51 32 31 16,-47-29-21-16,-4-1 17 0,0-2 37 15,0 0 7-15,0 0 12 16,0 0-22-16,0 0-28 16,0 0-11-16,-4-8-28 15,-7 2-26-15,0 3 23 16,-5 3-43-16,3 0 4 15,-5 0-5-15,3 0 17 16,3 12 27-16,2-1-42 16,7-1-77-16,3-2-34 15,0-4-135-15,18-4 55 16</inkml:trace>
  <inkml:trace contextRef="#ctx0" brushRef="#br0" timeOffset="145686.51">26051 2342 244 0,'0'0'241'15,"0"0"-221"-15,0 0-12 16,0 0 6-16,0 0 69 16,0 0-24-16,-48 154-21 15,17-98 7-15,-8 5-26 16,-7 3 15-16,-1-3-13 15,0 4-10-15,7-6 19 16,8-12-29-16,11-7-2 16,9-12-16-16,10-9-124 0,2-11-120 15,4-8-173-15</inkml:trace>
  <inkml:trace contextRef="#ctx0" brushRef="#br0" timeOffset="145850.42">25983 2731 645 0,'0'0'322'16,"0"0"-250"-16,0 0-26 15,0 0-26-15,0 0-14 16,0 0-12-16,0-14-110 16,0 14-112-16,0 0-127 15</inkml:trace>
  <inkml:trace contextRef="#ctx0" brushRef="#br0" timeOffset="146816.85">23285 1069 217 0,'0'0'373'16,"0"0"-230"-16,0 0-42 15,0 0 6-15,0 0-62 16,0 0-7-16,7-39-2 15,2 32-36-15,2-3 0 16,0 2-2-16,1-1 4 16,-2 6-4-16,1 0 2 15,-1 3-6-15,-4 0-9 16,1 0 3-16,-5 4 1 16,2 15 2-16,-4 0-4 15,0 4 6-15,0-2 4 0,-4 5 3 16,-13 3-4-16,-2-3 8 15,1 2-4-15,1-2 12 16,3-8 10 0,5-4 28-16,7-5-37 0,2-9 4 15,0 0 24-15,0 0-5 16,2 0 33-16,17 0-7 16,7-3-40-16,3-8 8 15,1-1-30-15,-7-1 0 16,0 3-3-16,-5 1 5 15,-5 0-4-15,1 1-6 16,-3-1-24-16,-5 4 11 16,1-1-58-16,-5 4-39 15,-2 0-20-15,0-3-143 0,0 2-279 16</inkml:trace>
  <inkml:trace contextRef="#ctx0" brushRef="#br0" timeOffset="147195.49">23640 990 331 0,'0'0'299'15,"0"0"-192"-15,0 0 4 16,0 0-69-16,0 0-17 16,0 0-3-16,0-16-22 0,0 16-9 15,0 0 1 1,0 2 16-16,-2 6 2 15,2 1-10-15,0 3-9 0,0-2 9 16,0 3 1-16,13 3 1 16,5 0 31-16,-1 2-28 15,-1 1 14-15,-3-3-17 16,-6-5 2-16,-4 0 17 16,-3-1-14-16,0 0-3 15,0-1 30-15,0 2-28 16,-5-3 15-16,-6 0-4 15,-2-2-17-15,-1-2 27 16,-1-2-27-16,3-2-4 16,1 0 2-16,0 0-66 0,6-14-35 15,3-11-87-15,2-4-286 16</inkml:trace>
  <inkml:trace contextRef="#ctx0" brushRef="#br0" timeOffset="147267.96">23640 990 69 0</inkml:trace>
  <inkml:trace contextRef="#ctx0" brushRef="#br0" timeOffset="147381.9">23640 990 69 0,'-39'-66'571'0,"39"66"-303"0,0 0-122 0,0 0-23 0,0 0-60 0,0 0-33 16,58-24-11-16,-35 20-19 16,-3 2 4-16,-2 0-11 15,-5 0 5-15,0 0-42 0,6 0-86 16,1-4-83-1,2-4-146-15</inkml:trace>
  <inkml:trace contextRef="#ctx0" brushRef="#br0" timeOffset="147698.71">24037 752 660 0,'0'0'194'0,"0"0"-98"16,0 0-45-16,0 0-10 15,0 0-41-15,0 0-22 16,-19 30 10-16,11-2 10 16,3-2 2-16,3-4 0 0,2-3-4 15,0-4-4-15,2-5 10 16,9-3-2-16,3-4 32 16,-3-3-31-16,-2 0 10 15,0 0 0-15,-7-12-3 16,1-4 5-16,-3 0-13 15,0-1-9-15,-3 6 6 16,-15 2-7-16,-4 8 0 16,0 1-18-16,-3 0-56 15,3 0-32-15,4 1-94 16,11 4-183-16</inkml:trace>
  <inkml:trace contextRef="#ctx0" brushRef="#br0" timeOffset="149051.46">24309 727 361 0,'0'0'280'0,"0"0"-135"0,0 0-75 16,0 0-4-16,0 0-52 16,0 0-14-16,0-7-1 15,0 7-42-15,0 4 29 16,0 14 14-16,-14 6 22 16,-6 10 23-16,-4 10-20 15,-10 10 6-15,-3 13-11 16,-8 2-15-16,-2 7 9 15,4-6-14-15,10-12 2 16,10-15-4-16,15-14-64 16,8-16-63-16,0-13-78 15,29-2-169-15</inkml:trace>
  <inkml:trace contextRef="#ctx0" brushRef="#br0" timeOffset="149398.25">24520 860 544 0,'0'0'286'0,"0"0"-177"15,0 0-30-15,0 0-64 16,0 0-15-16,0 0-16 16,-6 14 6-16,-6 12 10 15,4 0 0-15,-1-2 2 16,4-2-5-16,3-6 3 15,2-3 0-15,0-4-9 16,0-3 16-16,0-6-7 0,5 0 25 16,10 0-13-16,-2-10 6 15,-1-8-5-15,-10-3-7 16,-2 2 8-16,0 3-9 16,0 7 20-16,-7 0-25 15,-7 4-2-15,-3 5-30 16,-1 0-30-16,-3 0-102 15,2 9-33-15,-1 3-229 16</inkml:trace>
  <inkml:trace contextRef="#ctx0" brushRef="#br0" timeOffset="153955.84">26500 738 73 0,'-5'-4'178'0,"1"0"-55"15,2 0-28-15,2 4 1 16,-2-2-17-16,2 2-6 16,0 0-46-16,0-4 11 15,-3 1-7-15,0-2-14 0,-1-1 44 16,0-2-25 0,0-1-25-16,-1 1 34 0,3 0-12 15,-2 2-9-15,-2 1 2 16,4-4 9-16,0 5 7 15,2 0-40-15,0 2 10 16,0 2 28-16,0 0-35 16,0 0 0-16,0 0-5 15,0 0 9-15,0 0-20 16,0 0 3-16,0 0-7 16,0 24 13-16,0 19-7 15,0 15 7-15,0 8 2 16,0 0 0-16,2-4 10 0,0-9-10 15,4-12 0 1,-4-10-6-16,2-13-1 0,1-10 7 16,-5-4-3-16,0-4 3 15,2 0 19-15,-2 0-10 16,0 0 10-16,2 0 6 16,2-20-17-16,0-4-8 15,2-7 0-15,-4 4 3 16,2-5 0-16,1 1-3 15,-1 2 0-15,-2-4-4 16,2 3 6-16,-1 4-2 16,-1 2 0-16,0 6 5 15,1 6-2-15,-3 5-3 16,2 4 0-16,-2 3-8 0,0 0 6 16,0 0 0-16,0 0-7 15,0 10-18-15,0 20 23 16,0 16-5-16,0 8 9 15,2 5-10-15,3-5 14 16,-3-4-4-16,-2-10 0 16,0-7-3-16,0-8-7 15,0-9 4-15,-9-9-30 16,2-2 35-16,2-5-30 16,-1 0 26-16,-1-5 3 15,-1-21 4-15,2-7-4 16,4-7-46-16,2-4 48 15,0-5-8-15,0-3 8 0,0 0-2 16,0 5 0 0,0 2 2-16,0 9 8 0,0 4-7 15,0 9 8-15,0 10 10 16,0 7-16-16,2 4 1 16,-2 2-4-16,3 0-28 15,0 0 22-15,-1 12-29 16,0 20 35-16,2 8 6 15,1 6-1-15,-1-2-5 16,5 0 0-16,0-4 4 16,-2-8-7-16,-1-6 3 15,-1-6 0-15,-5-4 2 0,0-7 3 16,0-4-5-16,0-5 0 16,0 0 1-1,0 0 22-15,0 0-12 0,-7-21 1 16,-4-13-12-16,-3-9-16 15,4-5 15-15,-1-8-2 16,-3 0-4-16,5 3-8 16,1 10 19-16,2 10-4 15,6 13 22-15,0 10-15 16,0 7 25-16,0 1-26 16,0 2 1-16,0 0-14 15,0 0-22-15,0 7 29 16,0 21-11-16,2 11 19 0,4 2-14 15,-6 6 6-15,0 1 0 16,0-6 5-16,0-4-5 16,0-6 0-16,0-8 1 15,0-6-1-15,2-7-93 16,2-6-143-16,-2-5-201 16</inkml:trace>
  <inkml:trace contextRef="#ctx0" brushRef="#br0" timeOffset="155511.12">23871 834 118 0,'0'0'148'0,"0"0"-58"16,0 0 53-16,0 0-64 15,0 0-9-15,0 0 18 16,0-42-30-16,0 40 22 16,0-3-24-16,0 5-13 15,0-1 21-15,0 1-21 16,0 0-23-16,0 0-9 0,0 0-11 16,0 0-2-16,0 0-15 15,0 9 8-15,0 14 3 16,0 5 6-16,0 2 0 15,0 2-4-15,0 0 11 16,0-1-7-16,-2-4 0 16,0-3 2-16,0-3-3 15,0-6 1-15,2-8 0 16,-3-4 3-16,3-3 9 16,0 0-12-16,0 0 17 15,-2 0-6-15,0-2 71 16,-2-18-63-16,2-8-16 15,-1-4 2-15,3-2 4 16,0-2-9-16,0-1 0 16,0 2 7-16,0 5 0 0,0 3-6 15,0 8 0-15,0 5 32 16,0 6-30-16,0 4 6 16,0 4-9-16,0 0-2 15,0 0-2-15,0 0-15 16,3 0-7-16,1 9 24 15,2 15 1-15,1 11 1 16,2 3 0-16,-2 4 5 16,-1-2-10-16,1-3 5 15,-1-6 0-15,-4-4-2 0,-2-6 7 16,0-9-5-16,0-5 0 16,0-4 5-1,0-3 1-15,0 0-1 0,0 0-1 16,0 0 40-16,0-3-28 15,0-16 6-15,0-7-22 16,0-2 7-16,-4-6-14 16,-2-4 7-16,1-3 0 15,1 0-13-15,4 1 11 16,0 4 2-16,0 6 0 16,0 8 2-16,0 5-8 15,0 7 6-15,0 5-4 16,2 2-9-16,0 3 1 0,-2 0 11 15,3 0 1 1,3 8-15-16,4 21 13 0,5 10 2 16,-7 10 0-16,2 1-7 15,-4-2 18-15,-1-2-11 16,-1-5 0-16,-2-8 5 16,0-3-16-16,1-7-3 15,-3-4-69-15,2-2-8 16,3-3-92-16,4-11-117 15,6-3-177-15</inkml:trace>
  <inkml:trace contextRef="#ctx0" brushRef="#br0" timeOffset="156493.1">24110 780 90 0,'0'0'110'0,"0"0"-94"16,0 0 35-16,0 0-3 15,0 0-6-15,0 0 33 16,0-19-13-16,0 19-29 16,0 0 2-16,0 0-29 15,0 0 15-15,0 0 12 16,0 0-22-16,0 0 13 0,0 0-7 15,0 0-7 1,0 0 20-16,0 0-18 0,0 0 13 16,0 0 25-16,0 0-12 15,0 0 10-15,4 0-7 16,1-3-12-16,2-6 14 16,-1 2-38-16,-1-4-1 15,3 4-2-15,2-2 7 16,-4 4-4-16,1 1-5 15,-5 1 1-15,0 3 2 16,-2 0-2-16,0 0-1 16,0 0 0-16,0 0-3 15,0 0 2-15,0 0-13 16,0 0-27-16,-2 7 22 0,-13 14 7 16,-10 9 12-16,-2 7 7 15,3-1 3-15,-1-2-8 16,6-4-2-16,5-7 2 15,3-6-3-15,6-5 3 16,3-4-2-16,2 1 0 16,0-4-11-16,0 4 11 15,5 0-1-15,17 6 1 16,12-2 27-16,3 1-16 16,7-2 1-16,1-1-12 15,-5-2-32-15,-4-2-133 16,-14-5-211-16</inkml:trace>
  <inkml:trace contextRef="#ctx0" brushRef="#br0" timeOffset="157625.47">24014 976 134 0,'0'0'32'16,"0"0"-24"-16,0 0 17 15,0 0 70-15,0 0 71 0,0 0-75 16,-98-44-54-16,94 40 24 16,0 0-9-16,4 3 12 15,-4 1-29-15,4 0 12 16,0 0 22-16,0 0-37 15,0 0 11-15,0 0-2 16,0 0-20-16,0 0 12 16,0 0-6-16,0 0-9 15,0 0 14-15,0 0-29 16,14 0 14-16,9 0 6 16,8-2-18-16,7-1 2 15,6 3 2-15,7-2-7 16,3 2 11-16,4 0-13 0,2 0 0 15,5 0-3-15,8 0 13 16,10 0-10-16,10 2 0 16,15-2 0-16,10 0-3 15,5 0 10-15,1 0-7 16,-1 0 0-16,-12 0 1 16,-8 0-1-16,-14 10 0 15,-7 4 2-15,-6-1-13 16,0-1 11-16,-2-3 0 15,-1-2-2-15,-3-4 3 16,-6-3-1-16,-11 0 0 16,-8 0 2-16,-9 0-5 15,-10 0 3-15,-3 2 0 0,-6-2 0 16,-1 2-1-16,-3 1 1 16,1-2 0-16,-1 1 0 15,1 0-2-15,3-2 6 16,-3 3-4-16,1-3 0 15,-1 0 1-15,-3 0-1 16,-5 0 0-16,1 0 0 16,-3 0-1-16,-4 0 2 15,3 0-1-15,-3 0 0 16,0 0 1-16,0 0-1 16,0 0 0-16,0 0 0 15,3 0 3-15,-1 0 0 0,2 0-3 16,2 0 0-1,3 0 6-15,-4 0-6 0,0 0 0 16,-3 0 0-16,-2 0-3 16,0 0 3-16,0 0 0 15,0 0-1-15,0 0-9 16,0 0 10-16,0 0 0 16,0-3 2-16,-12-9-4 15,-5-2 13-15,-10 0-8 16,-2-2-3-16,-4 2 1 15,-1 0-1-15,3 2 0 16,4 2 3-16,7 2 4 16,7 1 1-16,5 7-8 15,6-5 17-15,2 5-16 0,0 0 13 16,0 0-14-16,0 0-3 16,0 0-10-16,0 0 0 15,8 0 13 1,3 0-6-16,1 0 19 0,0 0-14 15,-3 0 1-15,-5 0 0 16,0 5-10-16,-4 0 10 16,4 3 0-16,-4 2-6 15,0 4-3-15,0 4 7 16,0 2 2-16,-6 4-39 16,-9-2 1-16,-1 3-50 15,-1-4-17-15,1 6-75 16,5-8-190-16,5-4-69 0</inkml:trace>
  <inkml:trace contextRef="#ctx0" brushRef="#br0" timeOffset="163706.31">26792 1090 93 0,'0'0'91'0,"0"0"-55"15,0 0-3 1,0 0 43-16,0 0-15 0,0 0-11 16,0 0-10-16,-22 0-13 15,15 2 51-15,0 3-36 16,0-1 9-16,-1 1 1 15,-3 4-36-15,-3-3 10 16,1 2 7-16,1-2-14 16,4 0 17-16,-1-2-16 15,7-4 2-15,2 0 24 16,0 0-16-16,0 0 57 16,0 0-6-16,4 0-23 15,13-12-16-15,10-6-42 0,0-2 0 16,2 1 13-1,-4 6-12-15,-8-2-2 0,-1 8-6 16,-5-2-24-16,-4 2 21 16,0 2-21-16,-3 0 3 15,0-2 23-15,-1 4-34 16,1-4 12-16,0 2-18 16,2-2-54-16,-4 2-54 15,-2-2 5-15,0 3-42 16,0 3-3-16,0-6 74 15,0 3 89-15,0-2 30 16,0-4 9-16,0 3 15 16,4-4 28-16,0 3 4 15,-2 1 31-15,1 1-7 0,-1 3 27 16,0 1-12-16,-2-2-27 16,0 2 6-1,0 0-15-15,0 0-6 0,0 2 15 16,0 0-36-16,0 0 11 15,0 0-6-15,2 0-27 16,-2 0 5-16,0 0-15 16,2 0-19-16,4 14 2 15,-2 24-6-15,4 12 23 16,1 8 3-16,-1 4 3 16,0 1 1-16,3-5-7 15,-2-4 0-15,0-6-1 16,-4-5 8-16,1-10-7 0,-4-4 0 15,0-9 8 1,0-8-6-16,-2-5-2 0,0-4 0 16,0-3-2-16,0 0-45 15,0 0-29-15,0 0-32 16,0-6-9-16,3-15-229 16</inkml:trace>
  <inkml:trace contextRef="#ctx0" brushRef="#br0" timeOffset="163930.7">26843 1231 394 0,'0'0'193'0,"0"0"-64"16,0 0 20-16,0 0-23 15,0 0-103-15,0 0 1 16,103-122-19-16,-68 103 4 15,-1 3-18-15,-5 2 0 16,-5 0-49-16,-2 2-48 16,-6 1-98-16,-7-2-157 15</inkml:trace>
  <inkml:trace contextRef="#ctx0" brushRef="#br0" timeOffset="164405.42">27253 935 291 0,'0'0'152'0,"0"0"-50"0,0 0-23 15,0 0-18-15,0 0 7 16,0 0-44-16,0-3-23 16,0 3 20-16,0 0-12 15,0 0 21-15,0 0 9 16,0 0-15-16,0 0 17 15,0 0-41-15,-4 0 7 16,-12 10-1-16,-4 6-4 0,-2 7 4 16,-1-2 17-1,5 2-18-15,5-2 11 0,5-3-16 16,6-1 0-16,2-1-10 16,0 0 9-16,0-5 1 15,6 1 11-15,13 0-10 16,8 0 31-16,4 1-7 15,-2 1-23-15,-4 0 11 16,-7-4-11-16,-9 0-2 16,-7-2 0-16,-2-2-7 15,0 2 2-15,0 1 0 16,0 2 5-16,-6-1 15 16,-5 1-15-16,-3-4 0 15,1 0 15-15,1-2-15 16,2-3-42-16,-1-2-30 0,-3 0-46 15,5 0-13 1,1-18-127-16,4-6-175 0</inkml:trace>
  <inkml:trace contextRef="#ctx0" brushRef="#br0" timeOffset="164608.31">27208 1027 306 0,'0'0'246'16,"0"0"-95"-16,0 0-69 15,0 0 35-15,0 0-70 16,0 0-27-16,99-72 4 16,-75 61-13-16,1 2-10 15,-3-2-1-15,-7 3 0 16,-3 2-8-16,-3 2-22 0,-7 0-48 16,-2 2-39-16,0 0-162 15,0-2-144-15</inkml:trace>
  <inkml:trace contextRef="#ctx0" brushRef="#br0" timeOffset="165264.93">27675 900 175 0,'0'0'158'16,"0"0"-42"-16,0 0 14 15,0 0-36-15,0 0-50 16,0 0-12-16,0-2-32 16,0 2 3-16,0 2-2 15,0 12-1-15,0 7 1 16,0-1 23-16,0-1-16 16,0-3-8-16,0 0 5 15,13-4 1-15,3-2 55 16,3-4-37-16,-1-3 9 0,-2-3 1 15,2 0-23-15,-5-3 23 16,1-15-22-16,-6-4-4 16,-3-2-2-16,-5 1-6 15,0 0-5-15,0 5 4 16,-20 6-40-16,-7 8 35 16,-6 4-24-16,-3 0-29 15,2 4 17-15,10 14-34 16,8 0-61-16,16-1-96 15,0-9-119-15</inkml:trace>
  <inkml:trace contextRef="#ctx0" brushRef="#br0" timeOffset="165731.66">28330 676 269 0,'0'0'243'0,"0"0"-131"16,0 0-30-16,0 0 17 16,0 0 14-16,0 0-50 15,-11-36-31-15,11 36 13 16,0 0 3-16,0 0-16 15,0 0 20-15,0 0-19 0,0 0-24 16,0 0 11 0,-2 0-20-16,2 0 0 0,0 0 0 15,-2 0-21-15,-5 8 13 16,-7 17-6-16,-6 17 13 16,-4 14-12-16,-1 13 17 15,-2 9-4-15,-2 6 0 16,0 4 8-16,-2 2-8 15,2-9 0-15,4-9 5 16,3-7 1-16,5-14-5 16,3-11-1-16,3-9 0 15,2-9 10-15,5-9-10 0,2-6 0 16,2-5-28 0,0-2-55-16,0 0-45 0,0-2 1 15,4-25-78-15</inkml:trace>
  <inkml:trace contextRef="#ctx0" brushRef="#br0" timeOffset="166140.43">28367 1092 400 0,'0'0'281'0,"0"0"-210"15,0 0 1-15,0 0 16 16,0 0-41-16,0 0-30 0,-2-11-17 16,0 11-10-16,-2 0 3 15,-3 2-10-15,-1 14 15 16,-4 4-13-16,1 2 12 16,2 0 3-16,5-5 0 15,4 4-15-15,0-7 15 16,0 0-1-16,0-4 1 15,7-6 28-15,-1-4-13 16,-2 0 5-16,3 0 15 16,2-5-23-16,-2-16 6 15,-5-2-18-15,-2 0-20 16,0 3 15-16,0 2-12 0,-18 7-22 16,1 6 11-16,-6 5-26 15,3 0-2-15,2 5-5 16,2 14-62-16,8 0-55 15,8-2-93-15</inkml:trace>
  <inkml:trace contextRef="#ctx0" brushRef="#br0" timeOffset="178877.56">23943 1532 13 0,'0'0'21'0,"0"-2"-4"15,0 2 2-15,0 0 5 16,0 0 16-16,2 0-18 16,-2 0-2-16,0 0 15 15,2 0-14-15,-2 0 11 16,0 0-3-16,0 0-16 0,0 0 8 16,0 0-10-16,0 0 17 15,0 0 16-15,0 0-20 16,0 0 9-16,0 0-9 15,0 0-7-15,0 0 20 16,0 0-24-16,0 0-3 16,0 0 17-16,0 0-26 15,0 0 9-15,0 0 0 16,0 0-7-16,0 0-2 16,0-2-1-16,-8 2-38 15,-6 0-36-15,-3 0-37 16,-2 0-1-16,1 0-6 15</inkml:trace>
  <inkml:trace contextRef="#ctx0" brushRef="#br0" timeOffset="179074.45">23593 1509 104 0,'0'0'8'0,"0"0"-5"16,0 0-6-16,0 0-30 16</inkml:trace>
  <inkml:trace contextRef="#ctx0" brushRef="#br0" timeOffset="179273.82">23171 1488 116 0,'0'0'137'0,"0"0"-88"0,0 0-9 16,0 0-40-1,0 0-2-15,0 0-90 0,-127-25-39 16</inkml:trace>
  <inkml:trace contextRef="#ctx0" brushRef="#br0" timeOffset="179443.76">22817 1460 99 0,'0'0'111'0,"0"0"-71"16,0 0-40-16,0 0-1 15,0 0-10-15,0 0-74 16,-93-25-56-16</inkml:trace>
  <inkml:trace contextRef="#ctx0" brushRef="#br0" timeOffset="180066.7">22627 1310 66 0,'0'0'91'0,"0"0"-57"16,0 0 7-16,0 0 21 16,0 0-10-16,0 0 3 15,0-12-4-15,0 12-9 16,0-2 15-16,0 2 22 15,0 0-36-15,0-3 15 16,0 3-18-16,0 0-22 16,0 0 8-16,0 0-26 15,0 0-10-15,0 0 9 16,0 0-42-16,0 20 36 16,0 11 7-16,0 2 0 15,8 6 1-15,-2-2-1 0,1 2 0 16,1-3-1-16,0-2 8 15,-4-2-7-15,0-4 0 16,-1-2 1-16,-3-6-2 16,2-3 1-16,-2-2 0 15,0-5 11-15,2 0-4 16,-2-4-7-16,2 2 5 16,0-2-2-16,-2-2 9 15,0-2-12-15,0-2 0 0,0 2 4 16,0-2 3-1,2 3-7-15,-2-2 0 0,0-1 1 16,0 0-5-16,0 0 4 16,0 0-52-16,0 0-51 15,0 3-201-15,0 0-3 16</inkml:trace>
  <inkml:trace contextRef="#ctx0" brushRef="#br0" timeOffset="180725.68">22627 2121 11 0,'0'0'79'16,"0"0"-9"-16,0 0-13 0,0 0 11 16,0 0 5-16,0 0-16 15,-2-38 23-15,2 32-34 16,0 4 53-16,0 0-51 16,0 2-36-16,0 0 32 15,0 0-33-15,-2 0 6 16,2 0-11-16,0 0-5 15,0 0 11-15,0 0-12 16,0 0 0-16,0 0-7 16,0 2-13-16,0 15 20 15,0 9 0-15,0-1 5 0,0 1 5 16,0 1-10 0,0-1 0-16,0-1 6 15,0 1 4-15,0-1-10 16,0-4 0-16,0-2 4 0,0-6 4 15,0-4-8-15,0-3 0 16,0-2 1-16,0-4 4 16,0 2-5-16,0-2 0 15,0 0-4-15,0 0 3 16,0 0-54-16,0 0-43 16,0 0-33-16,-2 0-49 15,0 0-2-15</inkml:trace>
  <inkml:trace contextRef="#ctx0" brushRef="#br0" timeOffset="181027.01">22581 2121 185 0,'0'0'138'0,"0"0"-29"16,0 0 4-16,0 0-13 15,0 0-53-15,0 0-24 16,4-90 10-16,7 84-33 15,3 2 0-15,1 4-1 16,-1 0 1-16,1 0-2 16,-1 2 1-16,-3 9 1 15,-3 1 0-15,2-1 0 16,-6 1 0-16,-4 0-11 0,0 2 0 16,0 2 7-16,0 3 4 15,-14 3 0-15,-5-1 0 16,-1-3-8-16,5-3-67 15,5-6-81 1,8-7-65-16,2-2 54 0</inkml:trace>
  <inkml:trace contextRef="#ctx0" brushRef="#br0" timeOffset="181380.82">22864 2029 81 0,'0'0'123'0,"0"0"-46"16,0 0-10-16,0 0-8 0,0 0 48 16,0 0-23-16,24-36-51 15,-24 36 1-15,0 0 15 16,0 0-39-16,0 0 0 16,0 0-10-16,0 0-35 15,0 4 16-15,-8 16 19 16,-8 6 13-16,-1 6 17 15,0 2-22-15,4-2 9 16,4-2 0-16,7-2-13 16,2-3 20-16,0-5-24 15,0-3 0-15,7 2 6 0,10-7-5 16,2 1-2 0,4-6-6-16,2-5-52 15,0-2 27-15,-3 0-75 0,-1-4-52 16,-2-10 28-16,-5 0-22 15</inkml:trace>
  <inkml:trace contextRef="#ctx0" brushRef="#br0" timeOffset="181626.67">23018 2176 38 0,'0'0'46'16,"0"0"38"-16,0 0 28 16,0 0-42-16,0 0 29 15,0 0-34-15,0-72 30 0,0 67-24 16,0 3-48-1,0 2 20-15,0 0-5 0,0 0-29 16,0 0 3-16,0 0-12 16,0 0-20-16,0 0 13 15,0 18 0-15,0 6 7 16,0 3 1-16,0 1 3 16,0 2 0-16,0-2-4 15,0 0-64-15,0-3-36 16,0-8-176-16,0-8 23 15</inkml:trace>
  <inkml:trace contextRef="#ctx0" brushRef="#br0" timeOffset="181878.04">23181 2060 173 0,'0'0'154'0,"0"0"17"15,0 0-90-15,0 0-7 16,0 0-33-16,0 0-29 16,13-14-12-16,-7 37 4 15,2 14-3-15,-2 10 33 16,-6 6-23-16,0 5 7 16,-4 0-18-16,-19 0 0 15,1-6-6-15,-1-5-24 16,4-13-112-16,5-13-133 15</inkml:trace>
  <inkml:trace contextRef="#ctx0" brushRef="#br0" timeOffset="182828.43">26638 1722 36 0,'0'0'105'0,"0"0"-40"16,0 0-43-16,0 0-21 16,0 0-2-16,0 0 1 15,63-17-19-15,-46 17-2 16,8 0-43-16,4 0-51 16</inkml:trace>
  <inkml:trace contextRef="#ctx0" brushRef="#br0" timeOffset="183000.33">27191 1646 110 0,'0'0'63'0,"0"0"5"0,0 0-1 16,0 0 8-16,0 0-62 16,0 0-13-16,25-2-1 15,-10 2-30-15,3 8-58 16,4 2-13-16,2-1-35 15</inkml:trace>
  <inkml:trace contextRef="#ctx0" brushRef="#br0" timeOffset="183169.24">27663 1634 75 0,'0'0'143'0,"0"0"-12"16,0 0-103-16,0 0-28 15,0 0-8-15,0 0-6 16,54-10-12-16,-36 13-90 16,1 4-35-16</inkml:trace>
  <inkml:trace contextRef="#ctx0" brushRef="#br0" timeOffset="183343.13">28107 1598 68 0,'0'0'86'0,"0"0"-45"16,0 0 0-16,0 0-22 15,0 0 2-15,0 0-20 16,114-12-1-16,-92 12-2 16,0 0-78-16,3 0-28 15</inkml:trace>
  <inkml:trace contextRef="#ctx0" brushRef="#br0" timeOffset="183553.02">28765 1542 38 0,'0'0'96'0,"0"0"-79"16,0 0 21-16,0 0-2 15,0 0-14-15,0 0-19 16,142-8 0-16,-124 8-3 16,5 0-33-16,-4 0-74 15</inkml:trace>
  <inkml:trace contextRef="#ctx0" brushRef="#br0" timeOffset="183706.93">29592 1492 1 0,'0'0'93'16,"0"0"-93"-16,0 0-41 16</inkml:trace>
  <inkml:trace contextRef="#ctx0" brushRef="#br0" timeOffset="184178.75">30155 1441 256 0,'0'0'92'0,"0"0"54"15,0 0-7-15,0 0-76 16,0 0 9-16,0 0-14 16,-4-18-19-16,4 18-39 15,0 0-5-15,0 0-8 16,0 8 7-16,0 21 6 15,0 7-9-15,0 7 9 16,4 4-70-16,4 1-8 0,2 0-79 16,1-1-68-16,5-8 8 15</inkml:trace>
  <inkml:trace contextRef="#ctx0" brushRef="#br0" timeOffset="185266.21">30151 2097 18 0,'0'0'81'0,"0"0"-58"16,0 0-19-16,0 0 4 15,0 0-5-15,0 0 14 16,0 0-1-16,0 0-10 16,0 0 23-16,0 0-8 15,0 0 22-15,0 0 15 16,0 0-24-16,0 0-10 16,0 0 8-16,0 0-21 15,0 0 13-15,0-5 15 16,0 5-17-16,0-3 11 0,0 1-18 15,0 2 2 1,0 0-17-16,0 0-2 0,0 0-3 16,0 0 8-16,0 0-3 15,0 0 14-15,0 0-12 16,0 0 28-16,0 0-8 16,0 0-2-16,0 0 20 15,0 0-33-15,0 0 6 16,0 0-10-16,0 0 6 15,0 0-9-15,0 0 0 16,0-2 2-16,0-2 17 16,0-2-17-16,0-2 0 15,0 1-2-15,0 0 8 16,0 0-10-16,0 2 2 16,-2 3 0-16,2 0 13 15,0-1-7-15,0 3-6 0,0 0 0 16,0 0 8-16,0 0-8 15,0 0 0-15,0 0-6 16,0 0 0-16,0 0-11 16,0 15 16-16,0 7-2 15,0 6 1-15,-2 4 2 16,-1 4 0-16,-1 0 3 16,2-1 4-16,0-2-4 15,0-2-3-15,-3-3 0 16,-2-2-22-16,0-6-17 15,-3-4-104-15,0-8-178 0</inkml:trace>
  <inkml:trace contextRef="#ctx0" brushRef="#br0" timeOffset="185536.78">30095 2092 461 0,'0'0'139'15,"0"0"-33"-15,0 0-3 16,0 0-53-16,0 0-14 16,0 0-11-16,27-90-25 15,-13 90-11-15,-6 0 7 16,3 0 0-16,-3 0-9 0,-4 7 13 16,-2 9-5-16,-2 5 4 15,0 2-16-15,0 3 14 16,-4 0-11-16,-17 1 14 15,1-4-1-15,1 0-59 16,-2-5-81-16,10-10-148 16</inkml:trace>
  <inkml:trace contextRef="#ctx0" brushRef="#br0" timeOffset="185880.72">30363 2055 358 0,'0'0'143'0,"0"0"-24"0,0 0-79 15,0 0 14-15,0 0-6 16,0 0-48-16,14-18 0 16,-14 18-5-16,0 0-5 15,0 0 9-15,0 0-12 16,0 0 1-16,-3 12 12 15,-13 10 34-15,-2 4-1 16,-1 4 7-16,3-2-31 16,5 2 6-16,4-3-11 15,7-4 5-15,0-2 6 16,0-4-12-16,18-2-3 16,2-5-42-16,5-3-47 0,-1-7-12 15,2 0-98 1,3 0 42-16,-2-5 13 0,0-10-7 15</inkml:trace>
  <inkml:trace contextRef="#ctx0" brushRef="#br0" timeOffset="186417.8">30564 2217 4 0,'0'0'116'0,"0"0"27"16,0 0-37-16,0 0 7 16,0 0-24-16,0 0-29 15,10-36-11-15,-10 32-25 0,0 0-2 16,0-2-19-1,-2 3-3-15,-2-4 8 0,-3 0-1 16,3 0-4-16,-1-1 3 16,1 3 0-16,1 1 29 15,-3-1-34-15,2 2 4 16,-3-2-5-16,-2 3-4 16,-2 2 0-16,-2 0 4 15,-1 0-3-15,3 0-4 16,-1 0 3-16,2 7-3 15,3 5 6-15,1-1-18 16,-2 3 17-16,4 0-10 16,0 2 12-16,4-2-6 15,0-3 6-15,0-4-16 16,0-2-3-16,0-1 1 0,0-4-2 16,10 0 20-16,2 0 12 15,-1 0 18-15,1-11-26 16,-4 4 6-16,-3-5-9 15,1 1 8-15,-4 3-9 16,2-3 0-16,4 2 4 16,-2 2-1-16,3 0 0 15,-2 3-3-15,2 0 20 16,-5 2-6-16,1 2-14 16,-1 0 0-16,-2 0 3 15,3 0-12-15,-1 8 10 16,-1 8-1-16,-1 7 0 15,-2 0-10-15,0 1 2 16,0 1-57-16,0-4-102 16,0-5-42-16</inkml:trace>
  <inkml:trace contextRef="#ctx0" brushRef="#br0" timeOffset="186907.52">30788 2126 167 0,'0'0'86'16,"0"0"-16"-16,0 0 7 16,0 0-63-16,0 0 25 0,0 0-18 15,-6-17-2-15,6 14 5 16,-2-2 26-16,0 3 9 15,-3-2-28-15,1 1-25 16,-4 0 10-16,2 3-15 16,2 0-1-16,-3 0 0 15,1 0-8-15,0 0 7 16,0 0-7-16,2 0-9 16,-1 12 15-16,1 2 1 15,0 2 1-15,2-2 3 16,2 0-1-16,0-2-2 15,0-3 4-15,0-4 0 0,0-1 2 16,0-2-5-16,0-2-1 16,0 0 0-16,0 0 7 15,0 0 1-15,4 0-5 16,5-3 1-16,-3-4 7 16,-2 6-8-16,6-2 8 15,-4 3 20-15,3 0-31 16,0 0-3-16,0 14 2 15,-4 3-8-15,-3-1 6 16,-2-2-126-16,0-5-147 16</inkml:trace>
  <inkml:trace contextRef="#ctx0" brushRef="#br0" timeOffset="187142.12">30831 1967 441 0,'0'0'85'15,"0"0"-85"-15,0 0 0 16,0 0 34-16,0 0 5 16,0 0-22-16,11 260-7 15,-24-195-3-15,-9-3-2 16,-7-2-5-16,-5-7-28 0,-3-7-71 15,-6-11-138 1</inkml:trace>
  <inkml:trace contextRef="#ctx0" brushRef="#br0" timeOffset="187630.61">29935 2571 515 0,'0'0'115'0,"0"0"-76"0,0 0-24 16,0 0 45-16,0 0 17 16,0 0-44-16,481-32-15 15,-418 30-18-15,-16-1-11 16,-16 1-29-16,-16 2-28 16,-10 0 14-16,-5 0-28 15,0-2-172-15,-25 2 83 16,-13 0 148-16,-8 0-99 15</inkml:trace>
  <inkml:trace contextRef="#ctx0" brushRef="#br0" timeOffset="187872.26">29881 2643 153 0,'0'0'178'0,"0"0"-18"0,0 0 31 16,0 0 3-16,0 0-92 15,0 0-76-15,161 3 1 16,-92-3-12-16,-4-5-14 16,-5-4 24-16,-11 4-25 15,-11-1 0-15,-13 4-1 16,-10-3-11-16,-9 5-3 16,-3-1 7-16,-3 1-73 15,0 0-90-15,0 1-131 16,-9 14-7-16</inkml:trace>
  <inkml:trace contextRef="#ctx0" brushRef="#br0" timeOffset="188500.79">22699 1342 434 0,'0'0'266'0,"0"0"-266"0,0 0-127 16,0 0-311-16</inkml:trace>
  <inkml:trace contextRef="#ctx0" brushRef="#br0" timeOffset="189615.15">22641 2552 14 0,'0'0'117'16,"0"0"-39"-16,0 0-33 15,0 0-7-15,0 0-5 16,0 0 39-16,94-58 9 15,-81 45 17-15,-4 2 11 0,-2 3-57 16,-7 2 28-16,0 2 9 16,0 4-38-16,0 0 5 15,0 0-56-15,-2 0 8 16,-21 4-18-16,-10 14 7 16,-9 9 3-16,-12 0 0 15,-6 5 0-15,-7-2 13 16,-9 1-13-16,5-6 0 15,2-3 12-15,15-8-3 16,21-5-9-16,13-6 0 16,15 0 5-16,5-3 19 15,0 0 9-15,0 0 17 16,0 0 17-16,9 0-59 0,7 0-8 16,1 0 0-1,-1-5 2-15,-3 4-3 0,-4-1 1 16,0 0 0-16,-4 2-7 15,-5 0 0-15,0 0 6 16,0 0-12-16,0 0-37 16,0 0 27-16,0 0-40 15,0 0 5-15,0 0 54 16,0 0-15-16,0 0 4 16,0 0 0-16,0 0-34 15,20 0 15-15,14 0 25 16,3 0 9-16,5-14 1 15,-1 0 7-15,-3 0-8 16,-5 3 0-16,-11 1 4 0,-6 7 2 16,-10-1-1-16,-3 4 3 15,-3 0-1-15,0 0-7 16,-5 0-5-16,-15 12 5 16,-4 7 10-16,-7 0 23 15,4-1-26-15,0 0 2 16,-2 0 26-16,4-1-30 15,1 0 20-15,2-5-9 16,8-4-14-16,5-6 13 16,7 0-14-16,2-2-1 15,0 0 35-15,0 0-35 16,0 0 15-16,-2 0-15 16,2 0-3-16,0 0-16 0,-4 0-76 15,-1 0-96-15,-2-8-262 16</inkml:trace>
  <inkml:trace contextRef="#ctx0" brushRef="#br0" timeOffset="190246.79">20075 2368 474 0,'0'0'208'0,"0"0"-93"16,0 0-47-16,0 0-56 0,0 0 0 15,0 0-12 1,0 0 0-16,20 67 31 0,-13-23-30 16,-1 5 18-1,4 4-6-15,-4 0-9 0,1-5 10 16,-1-1-14-16,0-12 0 16,0-3-4-16,3-13-18 15,1-4-110-15,2-12-80 16,1-3-136-16</inkml:trace>
  <inkml:trace contextRef="#ctx0" brushRef="#br0" timeOffset="190471.57">20100 2380 478 0,'0'0'196'15,"0"0"-103"-15,0 0 14 16,0 0-93-16,0 0 22 16,0 0-36-16,53-91-4 15,-19 82-16-15,-1 2-53 16,-2 5-18-16,-4 2-16 16,-6 0-77-16,-9 5-38 15</inkml:trace>
  <inkml:trace contextRef="#ctx0" brushRef="#br0" timeOffset="190619.75">20135 2573 63 0,'0'0'169'0,"0"0"-50"15,0 0-46-15,0 0-38 16,0 0-35-16,0 0 17 16,-27 46-2-16,62-46 20 15,2 0-35-15,5-17-118 16,-4-4-109-16</inkml:trace>
  <inkml:trace contextRef="#ctx0" brushRef="#br0" timeOffset="190889.6">20394 2284 225 0,'0'0'170'16,"0"0"-32"-16,0 0-5 15,0 0-44-15,0 0 0 0,0 0-87 16,0 0-2-16,-16-18-4 15,12 45-19-15,4 8 23 16,0 5 8-16,0 1 8 16,0 6 51-16,2-1-36 15,8-4-3-15,-4 1 7 16,3-3-34-16,-5-4 9 16,0-5-10-1,4-4 4-15,-6-8 10 0,2-2-14 16,1-10-62-16,-3-4-53 15,4-3-216-15,1-6-47 16</inkml:trace>
  <inkml:trace contextRef="#ctx0" brushRef="#br0" timeOffset="192171.68">20561 2532 302 0,'0'0'207'16,"0"0"-57"-16,0 0-89 15,0 0 2-15,0 0-37 16,0 0-18-16,0-6-15 16,0 6 7-16,0 0 0 15,0 0-7-15,0 0 21 16,0 0-8-16,0 0 14 16,0 0-16-16,0 8 28 0,-4 4-18 15,-7-2-1 1,4-2 5-16,0-1-5 0,5-4-13 15,2-1 2-15,0-2 5 16,0 0 15-16,0 0-16 16,0 0 21-16,0 0 45 15,2-2-70-15,12-8 2 16,1-2-4-16,7 1 4 16,1-4-5-16,2-1 1 15,-2 2 0-15,-2 2-3 16,-3 2 8-16,-5 3-5 15,-9 0 0-15,1 5 0 0,-5 0 1 16,0 2-1-16,0 0-7 16,0 0 0-16,0 0-22 15,0 0 19-15,0 0 7 16,0 0 3-16,0 0 1 16,-3 0-1-16,-7 11 0 15,-3 8-10-15,-3 5 16 16,1 7-9-16,3 2 3 15,5 2-3-15,7-1-6 16,0-2 4-16,7-8 5 16,18-4 8-16,-1-8-1 15,5-10-4-15,-2-2-3 16,-5 0 3-16,-4-14-12 0,-5-8 6 16,-9-4-8-1,-4-2 3-15,0-1-6 0,0 3 14 16,-6 4 9-16,-9 2-8 15,-4 8 13-15,2 4-14 16,1 7-9-16,1 1 1 16,3 0-11-16,4 0 12 15,3 3-15-15,5 1-54 16,0-2-25-16,13-2 10 16,12 0 91-16,2-4 27 15,0-10-17-15,-3 0 23 16,2 0 12-16,-1-2-15 0,-5 2 11 15,-1 2-17 1,-4 1 4-16,-5 4-1 0,2 3-19 16,-7 1-5-16,-5 3-3 15,0 0-8-15,0 0 7 16,0 0-22-16,0 17 23 16,0 3 5-16,0-2 3 15,0 0-8-15,0-2 0 16,0 0 0-16,2 0 4 15,6-2-4-15,2 1 0 16,-4-5 0-16,3-3 5 16,0-3-5-16,2-4 8 15,5 0-7-15,2-4 31 16,-1-13-21-16,-3-6-11 16,-12 3 28-16,-2 5-26 0,0-4 31 15,-16 6-32-15,-6-1 8 16,2 9 2-16,0 3-11 15,2 2 0-15,7 0-8 16,6 0 13-16,3 0-5 16,2 0 21-16,0-8 7 15,4-4 70-15,17-4-88 16,4 1 3-16,-3 0-21 16,-2 7 8-16,-4 4-1 15,-1 4 1-15,3 0-22 0,-1 0 21 16,6 18-19-1,1 6 7-15,1 0 3 0,-5 2-6 16,-4-2 9-16,-8-6-8 16,-1-6 8-16,-7-6-2 15,0-3 9-15,0-1 0 16,0-2 17-16,0 0-9 16,0 0 40-16,0 0 8 15,0-13-8-15,0-12-13 16,9-9-35-16,6 2 0 15,6-3-10-15,1 3-9 16,5 6-18-16,1 6-56 16,-1 5-82-16,-2 6-202 15</inkml:trace>
  <inkml:trace contextRef="#ctx0" brushRef="#br0" timeOffset="194166.21">31332 2428 337 0,'0'0'248'16,"0"0"-182"-16,0 0-14 15,0 0-16-15,0 0 24 16,0 0-60-16,0 0 6 16,23-7-15-16,-21 16 4 15,2 3 5-15,-4 2 0 16,0-3 8-16,3-4-11 15,-3-2 3-15,2-3 0 16,-2-2 3-16,0 0 3 16,2 0 4-16,0 0 10 15,3-17-12-15,-3-1-6 0,1-2-1 16,-3 3 29 0,0 0 30-16,0 1-41 0,0 3 14 15,0 1-5-15,-3 5-28 16,-6 3 32-16,-4 4-32 15,-5 0 3-15,-4 0-8 16,-5 16 2-16,0 10 3 16,3 6-5-16,1 4 10 15,8 7-5-15,9-2 10 16,6 1-10-16,0-1 28 16,21-5-28-16,10-4 18 15,8-8 0-15,1-8-15 0,4-10-2 16,5-6-1-1,3 0-34-15,1-16 13 0,0-12-50 16,-1-6 6-16,-8 0 5 16,-3 0 16-16,-14 5 44 15,-8 5 7-15,-9 6 14 16,-6 6 52-16,-4 4-29 16,0 2-7-16,0 4-7 15,0 0-29-15,0 0 10 16,0 2-11-16,0 0-11 15,-16 0 3-15,-4 0 2 16,0 12 6-16,0 8-6 16,2 5-5-16,2 2 9 15,6 6 0-15,2-1 2 16,4-3 7-16,4-4-6 0,0-5-1 16,0-6 0-1,0-8-10-15,4-6 8 0,6 0-13 16,3 0 15-16,5-22-4 15,1-8 4-15,4-7-4 16,2 0 3-16,-3 4-3 16,0 6 4-16,-4 4 10 15,0 11 6-15,-3 4 11 16,-1 6-27-16,1 2 0 16,-1 0-1-16,1 0 0 15,1 8-6-15,-3 3 2 16,0-4-47-16,-3-2-7 0,-1-4-34 15,-5-1 25 1,0 0 29-16,-2-3-9 0,4-19-33 16,-6-3-55-16,0-5 129 15,0 2 7-15,0-2 26 16,0 2 91-16,2-1 43 16,-2 5-23-16,2 5-19 15,0 2-40-15,-2 12-21 16,2 0 32-16,-2 5-59 15,0 0-11-15,0 0-19 16,0 0-10-16,2 7 6 16,1 21-9-16,-1 10 13 15,0 14 0-15,0 10 1 16,2 8-1-16,-1 9 0 16,4 4 7-16,2 0-7 0,1-1 0 15,2-10-15-15,1-8-6 16,-4-11-39-16,-4-9 6 15,-5-14 0-15,0-13-57 16,0-12-28-16,0-5-139 16,0-17-154-16</inkml:trace>
  <inkml:trace contextRef="#ctx0" brushRef="#br0" timeOffset="194433.05">31959 2581 172 0,'0'0'337'0,"0"0"-164"0,0 0-40 16,0 0-59-16,0 0-14 16,0 0-8-16,118-139-50 15,-89 137-2-15,-5 2 0 16,-6 0-11-16,-7 8 7 16,-6 11-6-16,-5 8 10 15,0-1 34-15,0-2-20 16,-11-4 10-16,-12-3 4 15,2-6-26-15,2-2 1 16,4-4-3-16,6-5-71 16,6 0-3-16,3 0-75 15,0-21-304-15</inkml:trace>
  <inkml:trace contextRef="#ctx0" brushRef="#br0" timeOffset="194691.91">32273 2363 94 0,'0'0'391'0,"0"0"-226"0,0 0-45 16,0 0 20-16,0 0-22 16,0 0-59-16,0-23-26 15,0 23-29-15,0 0-4 16,0 0-5-16,0 8-14 16,0 18 19-16,0 12 3 15,0 12-1-15,0 8 4 16,0 3-6-16,0 1 9 0,0 0-9 15,0 2 0-15,0-3-28 16,0-8-6-16,2-10-53 16,0-11-20-16,1-15-25 15,-1-8-114-15,1-9-98 16</inkml:trace>
  <inkml:trace contextRef="#ctx0" brushRef="#br0" timeOffset="196053.06">32258 2532 245 0,'0'0'442'0,"0"0"-337"16,0 0-15-16,0 0 2 0,0 0-8 15,0 0-46-15,22-65-35 16,0 58 2-16,1 3-5 15,-1 4 2-15,-5 0-10 16,0 0 8-16,-2 0-9 16,-1 14 6-16,-4 4-9 15,-5 0 11-15,-5 4 2 16,0-2 7-16,-7 1 34 16,-9-3-29-16,3-4 3 15,5-6-9-15,0-3 4 16,6-2-11-16,2-1 0 15,0-2 1-15,0 0 20 0,0 0-16 16,12-9 11-16,12-11-16 16,5-6-8-16,-3-1 8 15,3-4 0-15,-6 6 0 16,-3-1 1-16,-7 6 0 16,-4 3-1-16,-2 3 0 15,-5 4 7-15,3 5-7 16,-5 2 0-16,0 1 0 15,0 2 1-15,0 0-1 16,0 0-2-16,0 0-1 16,0 4-27-16,0 14 30 15,-2 4 0-15,-3 0 1 16,1 2-6-16,1-2 5 16,3-4 0-16,0-2 0 15,0-4-4-15,0-6 4 0,0 1 0 16,0-7 2-16,7 0 5 15,0 0 0-15,4 0-1 16,5-11 1-16,-1-7 4 16,-1-2-11-16,3 0 0 15,-1-2 2-15,-1 4-8 16,1 7 6-16,-7 2 0 16,-3 4-1-16,-4 5-6 15,-2 0 3-15,0 0-2 16,4 0-16-16,-4 0 17 0,2 11-3 15,-2 5 8 1,2 3 6-16,0-4 4 0,0-1-9 16,5-2-1-1,-5-2 2-15,0-3 3 0,2-4 0 16,-4-1-5-16,0-2 0 16,0 0 8-16,2 0 2 15,4-2 6-15,5-18-15 16,4-4 11-16,1-2-7 15,0 0-5-15,-1 3 0 16,-4 3 2-16,-2 7-2 16,-2 3 0-16,-3 7 3 15,-2 3 22-15,-2 0-23 16,0 0 2-16,5 0-4 16,1 0-22-16,4 17 18 15,0-1 4-15,-1 0 0 0,1-4-5 16,0-1-13-16,-3-4-27 15,7-1-22-15,-1-6-34 16,3 0 52-16,3 0 17 16,2 0 2-16,8-13 30 15,-2-6-36-15,-3 1 36 16,-4-4 5-16,-4 2-5 16,-8 2 37-16,-5 2 4 15,-3 6 1-15,0 3 26 16,0 4-40-16,0 1-18 15,-16 2-10-15,-6 0-10 0,4 0 6 16,0 0 2-16,10 0 1 16,5 0-7-16,-2 5-1 15,5 0 3-15,0 4 4 16,0 3-28-16,0 1 25 16,16 3 3-16,2 1 2 15,4 8 1-15,-1 1 0 16,3 4-1-16,0 5 0 15,-1-3 1-15,1-2-1 16,-5-9 0-16,-11-5 5 16,-6-7-12-16,-2-8 14 15,0-1 14-15,0 0 26 16,-2 0-10-16,-10 0 31 0,-1 0-20 16,3-1-7-16,2-15 8 15,6-9-41-15,2-5 10 16,0-6-8-16,20-6-10 15,5-4 0-15,0 0-33 16,-6 0-40-16,-9 2-61 16,-10 1-195-16,0 5-385 15</inkml:trace>
  <inkml:trace contextRef="#ctx0" brushRef="#br0" timeOffset="196196.98">32866 2075 417 0,'0'0'239'0,"0"0"-195"0,0 0-38 16,0 0 2-1,0 0-8-15,0 0-196 0,-47 38-159 16</inkml:trace>
  <inkml:trace contextRef="#ctx0" brushRef="#br0" timeOffset="196532.87">31810 2963 398 0,'0'0'382'15,"0"0"-195"-15,0 0-59 16,0 0-44-16,0 0-58 15,0 0-17-15,274-144 19 16,-170 109-26-16,17 1 0 16,3 3 3-16,-12 1 4 15,-16 8-7-15,-24 3-2 16,-24 7 2-16,-12 5-1 16,-16 0-1-16,-9 6 0 15,-8-1-1-15,-3 2-3 16,0 0 2-16,0 0-32 15,0 0-65-15,0 0-94 0,0 12-74 16,-3-2-187-16</inkml:trace>
  <inkml:trace contextRef="#ctx0" brushRef="#br0" timeOffset="197797.5">20546 3078 191 0,'-9'0'349'0,"6"0"-175"0,1 0-85 16,2 0 38-16,0 0-37 15,0 0-22-15,7 0 28 16,22 0-69-16,15-11-19 15,23-6 11-15,16-5-19 16,13-2 0-16,6 0 4 16,1 2 7-16,-10 3-6 15,-12 6-5-15,-19 1 0 16,-20 3-6-16,-13 4 5 16,-12 3 1-16,-11-1-1 15,-6 3 7-15,0 0 1 16,0 0-5-16,0-2 2 15,0 2 8-15,0 0-12 0,0 0-42 16,-14 0-95-16,1 0-168 16,-3-4-433-16</inkml:trace>
  <inkml:trace contextRef="#ctx0" brushRef="#br0" timeOffset="199136">23084 2198 82 0,'0'0'99'15,"0"0"58"-15,0 0 20 16,0 0-25-16,0 0-24 15,0 0-26-15,0 0-29 16,0 0 17-16,0 0-51 16,0 0 7-16,0 0-10 15,0 0-27-15,0 0 21 16,0 0-16-16,0 0-13 16,0 0 38-16,0 0-33 15,0 0 12-15,0 0 0 16,0 0-17-16,0 0 23 15,0 0-18-15,0 0-5 16,0 0 14-16,0 0-8 0,0 0-7 16,0 0 0-16,0 0 9 15,0 0-2-15,0 0-7 16,0 0 0-16,0 0 15 16,0 0-8-16,0 0-6 15,0 0 3-15,0 0 2 16,0 0 4-16,0 0-10 15,0 0 0-15,0 0 6 16,0 0-2-16,0 0-4 16,0 0 0-16,0 0 6 15,0 0-12-15,0 0 6 16,0 0 0-16,0 0-3 0,0 0 3 16,0 0 0-16,-2 0-12 15,0 0-40-15,-11 5-46 16,-12 9-284-16,-12 3-291 15</inkml:trace>
  <inkml:trace contextRef="#ctx0" brushRef="#br0" timeOffset="-190411.05">16482 10365 390 0,'-7'0'130'0,"5"0"-41"16,2 0-39-16,0 0 17 16,0 0-24-16,0 0 3 15,0 0 31-15,0 0-48 16,0 0-13-16,0 0 29 16,0 0-36-16,0 0 20 15,0 0-8-15,0 2-17 16,0 3 15-16,0-3-19 15,0 5 0-15,7 5-11 0,6 4 26 16,-2 0-9-16,2 0-1 16,-4-2-2-16,-1-2 14 15,-2-3-17-15,-4-6 2 16,0 1 12-16,-2-4-3 16,0 0-11-16,2 0 14 15,-2 0 2-15,9 0 35 16,14 0-35-16,22-34-1 15,26-24 2-15,24-22-17 16,17-14-9-16,-3-10-54 16,-10-1-18-16,-22 9 38 15,-21 14-68-15,-20 24-24 0,-12 17 29 16,-11 19-68 0,-5 10-110-16</inkml:trace>
  <inkml:trace contextRef="#ctx0" brushRef="#br0" timeOffset="-185829.31">21088 11078 72 0,'0'0'56'15,"2"0"-52"-15,-2 0 6 16,0 0 1-16,0 0 22 15,2 0 31-15,-2 0-32 16,2 0 16-16,-2 0-7 16,0 0-32-16,0 0 6 15,0 0-6-15,0 0 2 16,0 0 24-16,-2 0-30 0,-14 0 1 16,-1 0-6-1,-6 0 4-15,1 0-4 0,0 0 6 16,2 0 1-16,1 0 37 15,6 0 17-15,-1 0 19 16,1 0-33-16,3 0-31 16,0 0 9-16,8 0-2 15,0 0 2-15,0 0 48 16,2 0-42-16,0 0-6 16,0 0 2-16,0 0-13 15,0 0 23-15,6 0-9 0,17 0-26 16,10-9 16-1,12-1-11-15,12-5-7 0,11 3 0 16,14 1-1-16,11-2 1 16,10 2-1-16,11 0 9 15,3 4-2-15,7 4-4 16,-4 3-2-16,0 0 0 16,8 0-4-16,3 0 4 15,10 5-2-15,5 3 17 16,9 0-19-16,5 1 6 15,5 3-2-15,2-3 0 16,-9-1 6-16,-6 0-6 16,-14-2 0-16,-8 0 9 15,-12 3-22-15,-5-4 23 0,-4-1-10 16,-6-1 0-16,-12-1 3 16,-13 1-4-16,-9-1 1 15,-11 0 0-15,-8 2 4 16,-8-4 0-16,-9 1-4 15,-11-1 15-15,-3 3-9 16,-11 0 8-16,-1-2 2 16,-5 1-11-16,-2 0 21 15,0 0-21-15,0 0 1 16,0 0 3-16,0-2-1 16,0 3-3-16,0-3-5 15,0 0 4-15,0 0-17 16,0 0 13-16,0 0-5 0,0 3-1 15,0 6-16 1,0 2-60-16,-6 4 6 0,-7 5-136 16,5-13-221-16</inkml:trace>
  <inkml:trace contextRef="#ctx0" brushRef="#br0" timeOffset="7862.44">21261 15995 717 0,'0'0'110'0,"0"0"-109"16,0 0-1-16,0 0-24 15,0 0-9-15,0 0-218 16</inkml:trace>
  <inkml:trace contextRef="#ctx0" brushRef="#br0" timeOffset="9165.79">21738 15865 242 0,'0'0'171'0,"0"0"-45"16,0 0-123-16,0 0 2 16,0 0 23-16,0 0-16 0,-73-10-5 15,69 10-5-15,-4 0-2 16,4 0 32-16,2 0 17 16,0 0-3-16,2 0 6 15,0 0-8-15,0 0 20 16,0 0-12-16,0 0-20 15,0 0 1-15,6 0-12 16,14 0-21-16,3 0 0 16,1 0-4-16,0 0 2 15,-1 0 0-15,0 14 2 16,-6-2-7-16,-3 8 7 16,-10 6-2-16,-4 1-1 15,0-1-6-15,-9 6 5 0,-15 0 4 16,-5-1 0-1,-3-4 4-15,8-5-2 0,1-10-2 16,8-3 0-16,9-4 0 16,0-3 0-16,6-2 8 15,0 0 3-15,0-7 26 16,23-10-36-16,4-9 1 16,2 2-1-16,2 0 4 15,-4 4-6-15,0-1 1 16,-6 8-24-16,0-1 17 15,-3-1 1-15,-3 3 6 16,-1-2-4-16,-1 1 0 16,1 1 4-16,-1-2 0 0,-2 3 1 15,-2 7-1-15,-5-4 2 16,-1 4-2-16,-1 2 13 16,-2 0-13-16,0 2 12 15,0 0 2-15,0 0-12 16,0 0 15-16,0 0-16 15,0 0 5-15,0 0-1 16,0 0 2-16,0 0-7 16,0 0 0-16,0 0 4 15,0 0 1-15,0 0-5 16,0 0 0-16,0-1-1 16,0 1 4-16,-9 0-2 0,5 0-1 15,-1 0 3 1,2 0-6-16,1 0 3 0,-4 0 0 15,-5 0-2-15,-3 1-5 16,-1 15 6-16,1 6 0 16,1 1 1-16,4 4 1 15,2 5 12-15,3 2 1 16,4 3 0-16,0-9-7 16,0 2-4-16,6-12-3 15,12-6 2-15,3-6 17 16,6-6-19-16,1 0-23 15,1-15-26-15,0-6-67 16,-5-5-60-16,3 3-113 16,-2 0-152-16</inkml:trace>
  <inkml:trace contextRef="#ctx0" brushRef="#br0" timeOffset="9412.81">22284 15954 264 0,'0'0'258'16,"0"0"-107"-16,0 0-64 16,0 0 46-16,0 0-56 15,0 0-14-15,0-13-22 16,0 13-34-16,0 0 8 16,0 0-10-16,0 9 7 15,0 12-8-15,0 6 25 0,0 9-15 16,0 0-6-1,0 0-2-15,-11 8-12 0,-2 0-28 16,-5 6-122 0,-2-10-148-16</inkml:trace>
  <inkml:trace contextRef="#ctx0" brushRef="#br0" timeOffset="11162.08">21850 16543 25 0,'0'0'76'0,"0"0"12"15,0 0-20-15,0 0 21 16,0 0 20-16,0 0 21 16,0-44-29-16,0 44-1 15,0 0-17-15,0-4-21 16,0 4-20-16,0 0-27 15,0 0-15-15,0 0-3 16,0 13 1-16,0 6 2 0,9 11 5 16,-5-1 15-16,2 0 1 15,2 1-9-15,-2-2 16 16,1-2-13 0,-1-2-4-16,-2-3 5 0,2-7-12 15,-4 0-4-15,0-7 1 16,0-2 2-16,-2-5-6 15,0 0 3-15,0 0-73 16,0 0-41-16,0 0-196 16</inkml:trace>
  <inkml:trace contextRef="#ctx0" brushRef="#br0" timeOffset="12374.84">22039 16566 25 0,'0'0'90'15,"0"0"-35"-15,0 0 37 16,0 0-5-16,0 0-32 16,0 0-12-16,-2-12 14 0,2 12-2 15,0-7-6-15,-2 7 21 16,2-4-18-16,-2 1 19 16,0-2-11-16,2-1-11 15,0 2-2-15,0 4-28 16,-3 0 6-16,3 0-7 15,0 0-18-15,0 0-2 16,0 6-25-16,0 17 27 16,0 2 8-16,7 1-4 15,-1-4 7-15,3 2-4 16,1-2-6-16,-4-4 8 16,0-4-5-16,-3-1-8 15,-3-5 0-15,0 2-95 0,0-6-117 16,0-4-200-1</inkml:trace>
  <inkml:trace contextRef="#ctx0" brushRef="#br0" timeOffset="12776.62">21930 16964 407 0,'0'0'158'16,"0"0"-80"-16,0 0 27 15,0 0-48-15,0 0-8 16,0 0-38-16,0-14-7 16,7 28 4-16,-1 4 16 15,-1 4 0-15,-1 5 7 16,-2-6-11-16,0 6-1 16,-2-3-8-16,0-3-9 15,0-3 2-15,0-4-4 16,0 3-6-16,3-7-45 0,-1-7-80 15,3-3-115-15,-1 0-143 16</inkml:trace>
  <inkml:trace contextRef="#ctx0" brushRef="#br0" timeOffset="13073.44">22089 16980 275 0,'0'0'152'0,"0"0"-6"16,0 0-33-16,0 0-34 16,0 0-11-16,0 0-36 0,42-51 12 15,-42 51-1-15,0 0-6 16,0 0-7-16,0 0-29 16,2 0 2-16,0 21 11 15,0 9 10-15,0 2 16 16,0 4-27-16,4 0 0 15,-4-1 2-15,2-7-13 16,0 2 3-16,-1-7-3 16,-1-4-2-16,0-3-19 15,-2-2-86-15,0-5-95 16,0-9-266-16</inkml:trace>
  <inkml:trace contextRef="#ctx0" brushRef="#br0" timeOffset="13504.28">21943 17432 249 0,'0'0'230'0,"0"0"-104"16,0 0-40-16,0 0-23 15,0 0-8-15,0 0-39 16,7 0-15-16,-3 17 26 16,-2 12 12-16,1 1 20 15,-1 2-9-15,-2 0-18 16,0-2-2-16,0 6-22 16,0-4-8-16,0-2 0 0,0-4-26 15,0-8-87 1,0-8-183-16,0-10-296 0</inkml:trace>
  <inkml:trace contextRef="#ctx0" brushRef="#br0" timeOffset="13792.25">22086 17415 499 0,'0'0'174'0,"0"0"-87"0,0 0 22 16,0 0-40 0,0 0-14-16,0 0-31 0,24-28-18 15,-22 28 16-15,4 0-9 16,-2 19 2-16,0 7 28 16,1 6-16-16,-3 3-10 15,0-3-9-15,-2 3-5 16,0-7-2-16,0 2-1 15,0-4-69-15,0-6-29 16,0-4-119-16,-4-2-233 16</inkml:trace>
  <inkml:trace contextRef="#ctx0" brushRef="#br0" timeOffset="14421.62">22086 17969 86 0,'0'0'390'0,"0"0"-217"16,0 0-130-16,0 0 2 15,0 0 12-15,0 0-19 16,0 0-9-16,-7 44-9 16,7-17-9-16,-2-1 15 15,2 11-10-15,-2-7-13 16,2 0 9-16,-3-2-8 15,1 3-8-15,0-4-15 16,-2 0-40-16,2-5-142 16,0-12-314-16</inkml:trace>
  <inkml:trace contextRef="#ctx0" brushRef="#br0" timeOffset="14692">22271 17901 389 0,'0'0'207'0,"0"0"-99"16,0 0-12-16,0 0-28 16,0 0-2-16,0 0-38 15,47-53-16-15,-43 53 15 0,-2 0-24 16,3 17 6-16,-2 15 6 15,-1 18 3 1,-2 6 5-16,0 2-21 0,0-4-1 16,0-4-2-16,-2-6-68 15,2-8-96-15,0-14-289 16</inkml:trace>
  <inkml:trace contextRef="#ctx0" brushRef="#br0" timeOffset="15692.82">23225 15737 189 0,'0'0'111'15,"0"0"-36"-15,0 0 37 16,0 0-1-16,0 0-15 0,0 0-38 16,-9-34-13-16,9 34-27 15,0 0-1-15,0 0 3 16,18 0 1-16,4 14-6 16,3 4 9-16,2 5-10 15,-3 0 12-15,-4 3-26 16,-2-4 0-16,-9 4 4 15,-3-12-4-15,-4 0 0 16,-2-6-27-16,0-4-39 16,0-2-18-16,0-2-61 15,0 0-83-15,-2-6-80 16</inkml:trace>
  <inkml:trace contextRef="#ctx0" brushRef="#br0" timeOffset="16041.43">23448 15712 38 0,'0'0'125'0,"0"0"-75"16,0 0 22-16,0 0 17 15,0 0-28-15,0 0-12 16,22-21-11-16,-20 21 19 15,-2 0 7-15,0 0-9 16,0 0-23-16,0 0-2 16,0 0-30-16,0 0 0 15,0 9 0-15,0 10 1 16,0 7 22-16,-4 4-12 0,-3-1-11 16,1 0 24-16,-4 3-20 15,0-6 7-15,-1-2-10 16,-1-3 6-16,6-12-7 15,1 0 0-15,3-9-56 16,0 0-19-16,0 0-62 16,0 0-91-16</inkml:trace>
  <inkml:trace contextRef="#ctx0" brushRef="#br0" timeOffset="16452.19">23403 15895 132 0,'0'0'134'0,"0"0"-39"0,0 0 5 16,0 0-2-16,0 0-35 15,0 0-63-15,0-4 12 16,0 10-9-16,0 15 19 16,0 2 36-16,0 7-7 15,0 7-35-15,0-1 10 16,0 4-1-16,0-4-4 15,0-4 6-15,0-7-24 16,0-2 3-16,0-12-3 16,0-4 1-16,0-7-8 15,0 0-59-15,0 0-90 16,0-18-304-16</inkml:trace>
  <inkml:trace contextRef="#ctx0" brushRef="#br0" timeOffset="17304.13">23546 16348 1 0,'0'0'150'16,"0"0"-48"-16,0 0-25 15,0 0-26-15,0 0 1 16,0 0 22-16,-4-37-55 15,4 33 9-15,0-1 35 16,0 1-2-16,0 4-5 16,0-3 29-16,0 3-22 15,0 0-26-15,0 0-30 16,0 7-7-16,0 20 0 16,0 5 12-16,0 4-1 0,0-2 6 15,0-3-14 1,2 2 11-16,-2-8-4 0,0-2-8 15,0-5 6-15,0-8-8 16,0-2-8-16,0-1-49 16,0-7-149-16,0 0-235 15</inkml:trace>
  <inkml:trace contextRef="#ctx0" brushRef="#br0" timeOffset="17970.91">23524 16842 57 0,'0'0'75'0,"0"0"19"15,0 0-25-15,0 0-3 16,0 0-7-16,0 0 19 16,8-12 0-16,-8 12 9 15,0 0-9-15,0 0-25 16,0 0-12-16,0 0-4 16,0 0-29-16,0 0 0 15,0 0-8-15,-6 0 0 16,-7 7 12-16,-3 8-12 15,3 2 1-15,-1 9 15 16,3 3-11-16,5-3 5 0,4 0 5 16,2-3-13-16,0 0 10 15,2-7-6-15,15-2-6 16,6-8 11-16,1-2 2 16,1-4 2-16,-1 0 0 15,-4-5-10-15,-5-12 11 16,-5 3-11-16,-8-4-2 15,-2-3-2-15,0 2-1 16,0-3 0-16,-9 8 0 16,-7 0 3-16,-2 6-10 15,1 4 7-15,-1 0-18 16,5 4-8-16,-1 0-65 16,5 0-70-16,5 0-164 15</inkml:trace>
  <inkml:trace contextRef="#ctx0" brushRef="#br0" timeOffset="19150.23">23611 17321 0 0,'0'0'59'0,"0"0"11"16,0 0-26-16,0 0-7 16,0 0-3-16,0 0 16 15,15 0 15-15,-15-5-9 16,2 5 4-16,-2 0-3 16,0 0-4-16,0 0-3 15,2 0-36-15,-2 0 10 16,0 0 3-16,0-5-2 15,0 5 10-15,0 0-17 0,0 0-2 16,-6 0-6 0,-7 0-9-16,-1 0 5 15,-1 0-5-15,-1 5 6 0,1 8 9 16,1 6-9-16,1 2 2 16,2 7 14-16,6-2-5 15,5-4 2-15,0 4-4 16,0-7-6-16,14-1 8 15,8-9-11-15,2 0 2 16,3-9 5-16,-2 0-11 16,-1-4 9-16,-1-19-5 15,-10 2-7-15,-7-3 0 16,-6-3 0-16,0 6-7 16,0-2-1-16,-15 2-9 15,-5 7 11-15,-3 2-27 0,-1 9-18 16,2 3-31-1,-5 0-51-15,0 15-129 0,5-1-30 16</inkml:trace>
  <inkml:trace contextRef="#ctx0" brushRef="#br0" timeOffset="19736.86">23595 17870 125 0,'0'0'136'15,"0"0"-71"-15,0 0 50 16,0 0-3-16,0 0-13 16,0 0-31-16,38-112-44 15,-31 98 11-15,-1 6 16 16,1-2-9-16,-5 7 3 16,0 3-6-16,-2-5-2 15,0 5 0-15,0 0-33 16,0 0-4-16,0 8-11 15,0 15 11-15,0 12 6 16,2 5 6-16,-2 6-6 16,4 3 29-16,2-1-15 15,-2-2-1-15,3-2-3 16,-3-8-14-16,0-5 3 0,2-8-5 16,-2-5-86-16,2-10-137 15,3-8-528-15</inkml:trace>
  <inkml:trace contextRef="#ctx0" brushRef="#br0" timeOffset="26343.73">21248 16641 12 0,'0'0'42'16,"0"0"5"-16,0 0 7 16,0 0-24-16,0 0 4 15,0 0 1-15,0 0 5 16,-81 0 8-16,66 0-1 15,-3 0 13-15,1 0-12 16,-2 0 2-16,1 0-14 16,1 0 2-16,3 0 4 15,3 0-12-15,3 0-13 16,3 0 10-16,3 0-24 16,2 0 14-16,0 0 4 15,0 0 3-15,11 0 38 16,20 0-12-16,13 0-36 0,12 0-2 15,4-4-6-15,3-6-4 16,1 7-2 0,-4-6-11-16,-4 6 6 0,-13 3-13 15,-9 0-5-15,-15 0 22 16,-7 0-18-16,-8 0 13 16,-4 0 5-16,0 0-13 15,0 0 10-15,0 0-10 16,0 0 14-16,0 0 38 15,0 0-19-15,0 0-2 16,0 0-7-16,0 0-7 0,0 0 7 16,0 0-10-16,0-5 0 15,0 3-2-15,0-2 12 16,0 1-9-16,-9-6 1 16,2 3-1-16,-2-2 8 15,1-1-7-15,-1-3 1 16,-5 1-5-16,3-1 2 15,-3 6 0-15,-1 1 0 16,4 2 2-16,2 3 5 16,2-4-1-16,3 4-2 15,-2 0 4-15,0 0-5 16,2 0-3-16,0 0 0 16,4 0 0-16,0 0-6 15,0 0-3-15,0 4 0 16,0 4 9-16,6 7 12 0,12 2-10 15,0 1 6-15,-2 0-6 16,-3 4 8-16,-4 0-10 16,-6 0 0-16,-3 5-1 15,0 1 1-15,-19 2-16 16,-5 2-67-16,0-4-121 16,3-7-234-16</inkml:trace>
  <inkml:trace contextRef="#ctx0" brushRef="#br0" timeOffset="38257.24">21475 16459 258 0,'-9'0'95'16,"3"0"-89"-16,1 0 5 15,3 0 10-15,2 0 47 16,0 0-15-16,0 0-39 16,0 0-7-16,0 0-1 15,0 0 15-15,0 0 34 16,0 0-7-16,0 0-1 16,0 0 14-16,0 0-9 15,0 0 1-15,0 0-12 16,0 0-9-16,0 0 13 15,0 0-21-15,9 0 2 16,22 0-10-16,14-4-9 16,10-2-6-16,15 2-1 15,7-5 5-15,8 4-1 16,0 1-2-16,0 0-2 0,-12 0 0 16,-8 4 4-16,-14 0-5 15,-15 0 1-15,-16 0 0 16,-11 0-1-16,-5 0 2 15,-4 0-1-15,0 0 0 16,0 0 1-16,0 0 20 16,0 0-9-16,0 0-10 15,0 0 12-15,2 0-13 16,0 0-1-16,-2 0 0 16,3 0 2-16,-1 0-2 0,0 0 0 15,1 0 0 1,-3 0 0-16,0 0 2 0,0 0-2 15,0 0 0-15,0 0-3 16,0 0 0-16,0 0-3 16,0 0 6-16,0 0-5 15,0 0 6-15,0 0-1 16,0 0 0-16,0 0 5 16,0 0-6-16,0 0 1 15,0 0 0-15,0 0 3 16,0 0 0-16,0 0-3 15,0 0 0-15,0 0 4 16,0 0-5-16,0 0 1 16,0 0 0-16,0 0-1 15,0 0 5-15,0 0-4 0,0 0 0 16,0 0 3-16,0 0 1 16,0 0-4-16,0 0-6 15,0 0-1 1,0 0-63-16,0 0-79 0,4-4-93 15</inkml:trace>
  <inkml:trace contextRef="#ctx0" brushRef="#br0" timeOffset="40237.55">22633 16062 7 0,'0'0'28'0,"0"0"32"16,0 0 4-16,0 0 2 0,0 0-27 16,0 0-27-16,0 0 6 15,0 0 3-15,0 0 13 16,0 0 11-16,0 0-16 15,0 0 3-15,0 0 2 16,0 0-5-16,0 0 4 16,0 0-19-16,0 0-6 15,-4 0 13-15,0 0-15 16,-2 0 4-16,-1 0-3 16,3 0-4-16,-3 0 19 0,0 0-7 15,0 4-1 1,-1-4 16-16,1 4-21 0,-2-4 9 15,4 0-1 1,-1 5-11-16,4-5 15 0,0 0-11 16,-1 0 4-16,3 0 9 15,0 0-18-15,0 0 4 16,0 0-6-16,0 0-2 16,0 0 14-16,0 0-11 15,0 0 4-15,0 0 17 16,0 3-11-16,0-3 17 15,5 2-10-15,1-2-9 16,5 0 13-16,5 4-14 16,7-4-1-16,8 0 4 15,9 0-9-15,9 0-3 16,2 0-2-16,7 0 2 0,-7-4 3 16,-1-1-5-16,-10 0 0 15,-9 1 0-15,-11 4 2 16,-7 0-2-16,-9 0 0 15,-1 0 3-15,-1 0-6 16,0 0 3-16,0 0 0 16,1 0 0-16,-1 0 2 15,0 0-2-15,1 0 0 16,-1 0 2-16,0 0-4 0,2 0 2 16,-2 0 0-1,-2 0-2-15,0 0 6 0,0 0-6 16,0 0 2-16,0 0-1 15,0 0-5-15,0 0 6 16,0 0 0-16,0 0 0 16,0 0 1-16,0 0-6 15,0 0 5-15,0 0 0 16,0 0 3-16,0-4 8 16,-10 0 2-16,-9-2-6 15,2-6-1-15,-1 1-6 16,-3-1 0-16,2 3 4 15,3-4 1-15,1 4-3 16,3 3-2-16,6-1 20 16,-1 5-11-16,5-1 9 15,2 3-5-15,0 0-6 16,0 0 13-16,0 0-15 0,0 0-1 16,4 0-1-16,14 0 0 15,8 0 2-15,6 0 6 16,-1 3-11-16,-6 4 5 15,-5 1-5-15,-5 0 0 16,-8 10-1-16,-7-1-17 16,0 6 16-16,-2 9 0 15,-22-3 2-15,-10 3 19 16,-7 5-12-16,-3-1 0 16,-5 8-7-16,3 10-61 15,7-5-189-15,13-10-507 16</inkml:trace>
  <inkml:trace contextRef="#ctx0" brushRef="#br0" timeOffset="98984.45">24172 2215 337 0,'0'0'174'0,"0"0"-76"16,0 0-74-16,0 0 16 16,0 0 15-16,0 0-34 15,-4 0-5-15,4 0-16 16,0 0-9-16,0 0-54 16,0 0-105-16,0 5-112 15,0 1 86-15</inkml:trace>
  <inkml:trace contextRef="#ctx0" brushRef="#br0" timeOffset="99329.14">24172 2215 11 0</inkml:trace>
  <inkml:trace contextRef="#ctx0" brushRef="#br0" timeOffset="99411.08">24172 2215 11 0,'-144'39'57'0,"144"-39"-57"0</inkml:trace>
  <inkml:trace contextRef="#ctx0" brushRef="#br0" timeOffset="107937.36">12333 1056 302 0,'0'0'146'15,"0"0"-40"-15,0 0 12 16,0 0-53-16,0-5 14 16,0-4-7-16,0 1-14 15,0 1 24-15,0-2-14 16,0 4 4-16,0-3-5 0,0 1-55 15,0 3 19-15,0 3-4 16,0 1-24-16,0 0 19 16,0 0-22-16,0 0 0 15,0 0-6-15,0 0 6 16,0 0-5-16,0 22-1 16,0 7 6-16,0 12 7 15,0 3-7-15,-4 4 0 16,-3 1 3-16,1-2 0 15,-2-5-3-15,4-3 0 16,-2-8-6-16,3-4 6 16,1-8-71-16,2-4-97 15,0-15-66-15,0 0-269 0</inkml:trace>
  <inkml:trace contextRef="#ctx0" brushRef="#br0" timeOffset="108696.46">12567 1023 650 0,'0'0'185'16,"0"0"-63"-16,0 0-37 16,0 0 10-16,0 0-30 15,0 0-32-15,3-10-1 0,-3 10-25 16,0 0 0-16,0 0-7 15,0 0 5-15,0 12 11 16,-9 11-5-16,-5 7-3 16,-1 7 14-16,-1 3-12 15,1 2-9-15,3 0-1 16,6-2 6-16,1 0 3 16,5-5-9-16,0-8 0 15,0-3 2-15,0-10 2 16,9-6-4-16,9-5 5 15,9-3-3-15,11 0 43 16,7-18-26-16,1-9-13 16,-1 0 7-16,-9-1-5 15,-10 1-8-15,-4 1 0 0,-6 1 6 16,-7-4-18-16,-5 3 11 16,-2-3-7-16,-2 2-2 15,0 1-8-15,-6 3 6 16,-11 5 1-16,-6 4 1 15,-4 5 2-15,0 0 4 16,3 8 4-16,2-1-14 16,4 2 15-16,2 0-1 15,3 0 0-15,6 0-1 16,3 5-10-16,4 6 11 16,0-2 0-16,0 1-12 15,0 1 10-15,4 1-2 16,11 1 3-16,8 4 1 0,2-1 2 15,-1 0 4 1,-2-2-2-16,-4-2 15 0,-9-3-12 16,-5 3-7-16,-4 3 0 15,0 3 1-15,0 4 2 16,0 1-3-16,-2-2 0 16,-5 1 3-16,3 0 3 15,2-6-6-15,2-4 0 16,-2-4 3-16,2-4 1 15,0-2-4-15,0-2-15 16,-2 0 14-16,2 0-46 16,0 0 1-16,0 0-74 15,0-3-47-15,8-16-143 16,13-3-258-16</inkml:trace>
  <inkml:trace contextRef="#ctx0" brushRef="#br0" timeOffset="109069.76">13024 1008 160 0,'0'0'305'0,"0"0"-178"16,0 0 6-1,0 0 0-15,0 0-36 0,0 0-4 16,-8-12-49-16,8 12-4 15,0 0 20-15,0 0-44 16,0 0 12-16,0 0-6 16,0 0-18-16,0 0 18 15,0 14-22-15,0 10 0 16,0 11 20-16,4 5-10 16,3 4-8-16,-3 2 2 15,0 2 3-15,-2-2 2 16,1-6-9-16,-3-2 0 15,0-9-1-15,3-12 1 16,-1-7-20-16,0-3-29 16,2-7-54-16,3 0-37 15,1-7 36-15,2-15-78 16,-4-6-237-16</inkml:trace>
  <inkml:trace contextRef="#ctx0" brushRef="#br0" timeOffset="109499.52">13004 1136 176 0,'0'0'236'16,"0"0"-70"-16,0 0-21 16,0 0 14-16,0 0-47 15,0 0-17-15,-24-120-11 16,35 106-59-16,7 2 18 16,0 5-19-16,4-4-24 15,1 6 27-15,3 3-27 16,-2 2 0-16,1 0-5 0,0 0 5 15,-8 9-1-15,-1 7 1 16,-7 0-6-16,-5 5-6 16,-4-4 9-16,0 5 3 15,-7 2 17-15,-17 1-13 16,-7-1-4-16,-3-4 0 16,3-2 7-16,6-6 3 15,8-4-10-15,8-4 0 16,4 0-5-16,5-3 5 15,0-1-1-15,0 5-10 16,0 3 2-16,16 8 9 16,11 4 12-16,4 9-7 15,3-3 17-15,5 3-13 0,-3-3-9 16,-5-6 0-16,-2-2 5 16,-6-4-5-16,-3-4 0 15,-7-2-54-15,-9-4-62 16,-4-4-292-16</inkml:trace>
  <inkml:trace contextRef="#ctx0" brushRef="#br0" timeOffset="110348.03">12454 2153 260 0,'0'0'325'16,"0"0"-114"-16,0 0-18 15,0 0-57-15,0 0-34 16,0 0-25-16,-3-14-45 0,3 14 1 16,0 0-21-1,0 0-5-15,0 0-14 0,0 16 6 16,0 14 1-16,0 9 9 16,0 5-4-16,0 5 5 15,0-3-10-15,3 0 7 16,1-7-2-16,-2-6-5 15,3-8 0-15,-3-3 0 16,1-8 6-16,-1-5-13 16,0-5 0-16,0-4-33 15,0 0 24-15,3 0-49 16,1-7-28-16,4-15-72 16,-2-10-140-16,-3-4-227 15</inkml:trace>
  <inkml:trace contextRef="#ctx0" brushRef="#br0" timeOffset="110630.9">12483 2217 201 0,'0'0'207'0,"0"0"-30"16,0 0-58-16,0 0 29 15,0 0-53-15,0 0-17 16,-29-106-11-16,42 94-35 16,5 5 19-16,4 0-38 15,5 3-8-15,0 4 15 16,2 0-13-16,-4 0-7 15,-4 4 0-15,-2 12 8 16,-7 4-8-16,-2 4 3 16,-10 2 0-16,0 1 26 15,0 1-19-15,-18 0 14 16,-5-4-13-16,2-4-1 0,0-8-15 16,5-3 5-16,5-4-32 15,9-3-8-15,2-2-96 16,0 0-22-16,21-19-138 15</inkml:trace>
  <inkml:trace contextRef="#ctx0" brushRef="#br0" timeOffset="110985.4">13006 2065 205 0,'0'0'332'0,"0"0"-211"16,0 0-24-16,0 0 24 16,0 0-7-16,0 0-21 15,0-22-16-15,0 20-39 16,0 0 3-16,-2 0-11 16,0 2-17-16,-2 0 14 15,-1 0-25-15,1 0-2 16,-5 0 0-16,0 20-9 15,0 6 7-15,3 9 0 16,1 6 2-16,3-1 3 0,2 5-1 16,0-5-2-1,0-2 0-15,0-4-11 0,4-4-29 16,16-7-56-16,7-11-7 16,6-3-41-16,-2-9-143 15,-4 0-236 1</inkml:trace>
  <inkml:trace contextRef="#ctx0" brushRef="#br0" timeOffset="111402.29">13218 2157 475 0,'0'0'187'16,"0"0"-41"-16,0 0 5 16,0 0-57-16,0 0-4 15,0 0-22-15,-2-19-41 16,2 19 13-16,0 0-13 15,0 0-24-15,0 0 20 16,0 0-23-16,0 0 0 16,0 1-2-16,0 22-11 0,0 6 12 15,0 7 1-15,9 7 0 16,0-6 4-16,2 0-1 16,-2-7-3-16,0-8 0 15,-2-4-3-15,-1-6-1 16,-4-8-54-16,3-4-53 15,-5 0-12-15,5-14 10 16,-1-14-256-16</inkml:trace>
  <inkml:trace contextRef="#ctx0" brushRef="#br0" timeOffset="111691.79">13294 2092 268 0,'0'0'351'15,"0"0"-140"1,0 0-58-16,0 0-53 0,0 0 14 15,0 0-67-15,-8-29-15 16,8 29-27-16,2 0 10 16,22 0-18-16,10 14 3 15,6 13 0-15,-1 7 4 16,-5 5-4-16,-10 10 0 16,-5 5-3-16,-11 0 14 15,-8 4-7-15,0-4-3 16,0-6 4-16,0-8 6 15,-10-8-11-15,-2-11 0 16,3-11-17-16,-2-6-56 0,2-4 7 16,-2 0-57-1,5-18-119-15,6-10-460 0</inkml:trace>
  <inkml:trace contextRef="#ctx0" brushRef="#br0" timeOffset="112508.87">14258 2314 50 0,'0'0'114'0,"0"0"41"15,0 0 26-15,0 0-22 16,0 0 5-16,0 0-36 15,-99 17-47-15,99-17 20 16,0 3-39-16,0-3-32 16,0 0 27-16,14 0-47 15,23 0 25-15,21 0-19 16,11-6-10-16,10-5 7 16,1 1-13-16,-9 1 1 0,-11 0-11 15,-13 0-8-15,-13 0 11 16,-15-1 5-16,-7 3 3 15,-5-1-3-15,-7 0 2 16,0 0 0-16,0 2 11 16,-3-5-6-16,-17 4-4 15,-3-1-1-15,-6 1 4 16,6 1-11-16,-2 5 7 16,7 1 0-16,9 0 3 15,7-3 1-15,2 3-4 16,0 0 0-16,0 0-16 15,2 0 15-15,19 0-16 16,2 0 17-16,4 4-8 0,-4 9 12 16,-3-1-4-1,-5 2 0-15,-8 4-4 0,0 1-4 16,-5 5 7-16,-2 5 0 16,0-3-11-16,0 0-17 15,0-6-15-15,0-4-83 16,0-9-108-16,11-7-165 15</inkml:trace>
  <inkml:trace contextRef="#ctx0" brushRef="#br0" timeOffset="112844.66">15256 2017 515 0,'0'0'271'0,"0"0"-101"16,0 0-38-16,0 0-43 15,0 0-3-15,0 0-46 16,-5-20-29-16,5 20 9 16,0 0-17-16,0 0-3 15,0 0 0-15,0 5-6 16,0 14 0-16,0 13 6 15,0 4 0-15,0 10-3 16,0 3 9-16,5-2-6 16,0 6 0-16,1-6 5 15,1-1-16-15,-1-7-20 0,1-11-74 16,4-10-20-16,-2-13-137 16,3-5-171-16</inkml:trace>
  <inkml:trace contextRef="#ctx0" brushRef="#br0" timeOffset="113145.42">15155 2077 622 0,'0'0'255'0,"0"0"-108"15,0 0-44-15,0 0-26 16,0 0-52-16,0 0-22 0,54-92 7 15,-23 88 3-15,0-1-11 16,1 5 10-16,-8 0-11 16,-3 0 24-16,-6 0-25 15,-4 15 0-15,-2 3-3 16,-5 0 10-16,-1 1-7 16,-3 2 0-16,0-1 1 15,-3 2-11-15,-13-1-11 16,-1-6-47-16,1-1-55 15,5-9-122-15,7-5-186 16</inkml:trace>
  <inkml:trace contextRef="#ctx0" brushRef="#br0" timeOffset="113462.71">15701 1923 374 0,'0'0'324'0,"0"0"-185"16,0 0-57-16,0 0 6 16,0 0-44-16,0 0-18 15,0-27 21-15,0 27-39 16,0 0 22-16,-10 0-8 16,-9 13-22-16,0 10 30 15,-4 6-24-15,3 7 1 0,3 1 26 16,1 0-29-16,5 3 0 15,9-1-4-15,2-1 8 16,0-2-1-16,6-4-7 16,19-6-16-16,4-6-1 15,4-10-89-15,3-8-7 16,-3-2-108-16,-2-7-199 16</inkml:trace>
  <inkml:trace contextRef="#ctx0" brushRef="#br0" timeOffset="114101.58">16092 2037 238 0,'0'0'88'0,"0"0"-48"15,0 0 13-15,0 0-19 16,0 0 10-16,0 0-21 15,0 0-4-15,0 0 31 16,0 0 7-16,-2 0 17 16,-3-3-9-16,-1 0-31 15,-4-3 6-15,1-2-19 16,-1 0-10-16,-2-2 33 16,1 2-14-16,0 2-11 0,2 4 26 15,-2 0-32 1,2 2 10-16,0 0-23 0,-4 0 4 15,-1 4-12-15,1 10 8 16,0 1 0-16,1 5 7 16,-1 1 0-16,1 1-2 15,4 2-3-15,1 1 1 16,5-1 13-16,2-3-16 16,0-3 0-16,0-4 8 15,7-5-1-15,7-4-7 16,-1-5 4-16,5 0 0 15,1 0 26-15,2-7-21 16,1-14-9-16,0 1 14 0,-2-1-5 16,-2 0-9-1,-3 0 0-15,2 2 3 16,-7 3 1-16,1 5 2 0,-3 2-6 16,-4 4 34-16,-2 5-33 15,-2 0 5 1,0 0-6-16,0 0-12 0,0 19 9 15,0 11 3-15,0 5 0 16,0 2 3-16,0 2 4 16,0 1-7-16,0-1 0 15,0-5-4-15,0-5-2 16,0-7-63-16,4-10-47 16,7-8-35-16,3-4-167 15,3-9-102-15</inkml:trace>
  <inkml:trace contextRef="#ctx0" brushRef="#br0" timeOffset="114742.27">16401 2057 266 0,'0'0'137'0,"0"0"-7"15,0 0-30-15,0 0-42 16,0 0 19-16,0 0-17 15,5-23 0-15,-5 16 18 16,0-1-36-16,0-2 16 16,0-2-32-16,0 3-1 15,-3-3 16-15,-5 3-29 16,-1-2-5-16,3 2 17 0,-6 1-18 16,3 4-1-16,1 1-5 15,-4 3 5-15,1 0-11 16,3 0 6-16,-4 7 0 15,1 7-8-15,-1 2 0 16,4 3 7-16,3-2 0 16,1 1 0-16,2 0-10 15,2-2 11-15,0 2 0 16,0-4 5-16,4-2-3 16,9-2 9-16,1-3-11 0,1-6 7 15,1-1 7 1,-1 0-14-16,1-8 5 0,-1-8 13 15,-1-6-9-15,-5-2-9 16,3 2 0-16,-6 4 6 16,1 4-5-16,1 2-1 15,-3 5 0-15,2 0 6 16,-3 5 3-16,-4 2-3 16,0 0-6-16,0 0 5 15,0 0-14-15,0 0 9 16,0 6 0-16,3 14-6 15,-1 8 17-15,2 2-10 16,-2 4-1-16,3 2 6 16,-1-2-1-16,1 0-5 15,-3 1 0-15,0-7 4 0,1-2-4 16,-3-8-11-16,2-9-33 16,0-2-53-16,4-7-29 15,1 0-93 1,0-7-66-16</inkml:trace>
  <inkml:trace contextRef="#ctx0" brushRef="#br0" timeOffset="115057.75">16515 1731 535 0,'0'0'290'0,"0"0"-148"16,0 0-34-16,0 0-10 15,0 0-48-15,0 0-48 16,9-12-2-16,11 45-15 16,5 17 15-16,2 12 4 15,-2 11-1-15,-8 4 17 16,-9 4-4-16,-8 4-7 16,0 3 29-16,-4-5-27 15,-17-2 1-15,0-15 11 16,3-16-15-16,5-20-6 15,7-16-2-15,6-9-16 16,0-5 1-16,0-12-34 16,6-22-89-16,9-19-203 15,3-10-439-15</inkml:trace>
  <inkml:trace contextRef="#ctx0" brushRef="#br0" timeOffset="116146.74">16945 932 224 0,'0'0'179'0,"0"0"-65"16,0 0 9-1,0 0-42-15,0 0-24 0,0 0 15 16,-19 0-49-16,19 0-8 16,0 0 5-16,0 0-18 15,0 0 16-15,0 0 11 16,0 0-1-16,0 0 41 15,0 0-23-15,-2 0 0 16,-1 0 9-16,3 0-44 16,0 0 19-16,0 0-20 15,0 0-6-15,0 0 3 16,0 0-7-16,0 0 0 16,0 0 20-16,0 0-18 15,3 0 17-15,16-2-13 0,8-7 1 16,9-2 0-16,-1-1-7 15,-6 0 0-15,-6 3-2 16,-5 4-25-16,-10 1 24 16,-1 2-2-16,-5 2 5 15,0-1-6-15,0 1 8 16,1 0-2-16,-3-2 0 16,3 2 0-16,-3 0 0 15,0 0 0-15,0 0 3 16,0 0 0-16,0 0 3 15,0 0-4-15,0 0 1 16,0 0 7-16,0 0-10 16,0 0 0-16,0 0 1 15,0 0-7-15,0 0 6 16,0 0 0-16,0 9-7 0,0 15 3 16,0 10 4-16,2 10 0 15,0 10 2-15,2 13-2 16,-4 9 0-16,0 8 0 15,0 12 0-15,0 11 1 16,0 7-1-16,0 8 0 16,0 5 0-16,-2-4 6 15,2-7-6-15,0-10 0 16,0-15-1-16,0-4 10 16,0-10-9-16,7-5 0 0,-1-13 3 15,-2-9 0-15,4-11-3 16,-4-9 0-16,-2-10 0 15,3-10 11 1,-5-5-11-16,0-5 4 0,0 0-1 16,0 0 33-16,0 0-26 15,0 0 11-15,0 0 8 16,0 0-26-16,0 0 18 16,0 0-21-16,-11-5 9 15,-10-7-19-15,-3 0-9 16,-5-1-27-16,2 4-42 15,5-5-233-15,6-3-568 16</inkml:trace>
  <inkml:trace contextRef="#ctx0" brushRef="#br0" timeOffset="119233.11">11397 1261 296 0,'0'0'183'16,"0"0"-67"-16,0 0-41 16,0 0 27-16,0 0-16 15,0 0-44-15,5 0-17 16,19 0-10-16,7 0-15 16,-4 2 5-16,-5 2 1 15,-1 2-5-15,-8-2-1 0,-7 0-17 16,-4-1-2-16,-2-3-74 15,0 1 6-15,0-1 10 16,0 0-37-16,-13 0 88 16,-5 0-89-16,-1 0 53 15,0 0 51-15,7 0 10 16,0 0 1-16,5 0 23 16,3 0 48-16,0 0 30 15,-1 0-20-15,3 0-39 16,0 0 8-16,-1 0-31 15,3 0 26-15,0 0-12 16,0 0-15-16,0 0 13 16,0 0-21-16,0 0-5 15,0 4 21-15,0 14-18 0,0 8 27 16,0 10-11 0,0 9-15-16,0 6 19 0,0 10-25 15,3 11 3-15,-1 10 23 16,0 15-28-16,-2 9 16 15,3-1 8-15,-3-1-13 16,0-11 12-16,0-7-19 16,0-3 0-16,0-9 19 15,0-6-19-15,0-9 1 16,0-9-6-16,-3-9 3 16,-1-7 9-16,4-5-12 0,0-9 0 15,0-4 0 1,0-2 10-16,0-6-10 0,0 0 0 15,0-4 5-15,0-2 5 16,0 1-10-16,0-3 0 16,0 0-1-16,0 3 5 15,2-1-4-15,-2 5 0 16,0-7 2-16,2 3 0 16,-2-1-2-16,0-2 0 15,0 0-1-15,0 0 14 16,0 0-13-16,0 0 24 15,3 0-6-15,-3 0 31 16,0 0-34-16,0 0-6 16,2 0 17-16,8 0-18 15,11 0 1-15,14 0-2 0,17-2 1 16,10-6-10-16,7 1 2 16,2-4-63-16,-9-3-143 15,-14-5-668-15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7-13T14:57:38.805"/>
    </inkml:context>
    <inkml:brush xml:id="br0">
      <inkml:brushProperty name="width" value="0.05292" units="cm"/>
      <inkml:brushProperty name="height" value="0.05292" units="cm"/>
      <inkml:brushProperty name="color" value="#FFC000"/>
    </inkml:brush>
    <inkml:brush xml:id="br1">
      <inkml:brushProperty name="width" value="0.05292" units="cm"/>
      <inkml:brushProperty name="height" value="0.05292" units="cm"/>
      <inkml:brushProperty name="color" value="#C00000"/>
    </inkml:brush>
    <inkml:brush xml:id="br2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2106 3432 141 0,'0'0'72'15,"0"0"-62"-15,0 0 10 0,0 0 42 16,0 0-9-16,0 0-8 16,0 0 15-16,0 0-29 15,0 0 16-15,0 0 11 16,0 0-1-16,0 0 17 15,0 0-20-15,0 0 3 16,-2 0 7-16,2 0-38 16,-3 0 14-16,1-2-14 15,2-7-17-15,-2 2 37 16,2 2-43-16,0-1 12 16,-2 1 29-16,2 3-40 15,0 1 23-15,0 1-9 16,0 0-15-16,0 0 13 0,0 0-16 15,0 0 0-15,0 0-3 16,0 0-12-16,0 0 14 16,0 5-7-16,2 9 8 15,12 4 0-15,-3-1 0 16,-3-4 0-16,-1-2-1 16,0-3 5-16,-5-1-4 15,1-2 0-15,-1-3 0 16,-2-2 5-16,2 2 1 15,-2-2-6-15,2 0 14 16,0 0-14-16,7 0 18 16,11-14 6-16,14-20-2 15,15-19 5-15,13-15-24 16,3-8-3-16,2-2 0 0,-9 5 6 16,-9 11-6-16,-9 12 0 15,-11 14 2-15,-7 10 2 16,-11 13 0-16,-6 6-4 15,-5 3 0-15,0 4 9 16,0 0-9-16,0 0 0 16,0 0 1-16,0 0 2 15,0 0 0-15,0 0-3 16,0 0 0-16,0 0-6 16,0 0 4-16,0 0 2 15,0 0-32-15,0 0-57 0,0 0-183 16,0 4-260-16</inkml:trace>
  <inkml:trace contextRef="#ctx0" brushRef="#br1" timeOffset="-40396.77">10182 16830 16 0,'0'0'83'0,"0"0"-63"16,0 0-1-16,0 0 10 0,0 0 22 16,0 0-24-1,0 0-14-15,5 0 20 0,-5 0 14 16,0 0 42-16,0 0-5 15,0 0-28-15,0 0 18 16,0 0-48-16,0 0 5 16,0 0 18-16,0-5-43 15,0 5 11-15,0-5-12 16,-7 1-2-16,-6-1 6 16,-5-2-9-16,-2-3 0 15,-5 2-1-15,-1 1 9 16,-1 0-8-16,0-3 0 15,2-3 5-15,-1 4-1 16,-1-3-4-16,3 2 0 0,3 1 0 16,6-1 5-16,3 6-5 15,6 0 0-15,2 4 2 16,1-4 6-16,3 3-6 16,-2 1-2-16,0-4 12 15,0-1-9-15,-2 5-3 16,-2-4 0-16,2 1 2 15,2-2-1-15,-2 3-1 16,1-2 0-16,1 1 10 16,2 3-3-16,0 0-4 15,0 0-3-15,-2 0 5 0,2 0 4 16,-2 0-9 0,2 0 0-16,0 0-4 15,0 0 1-15,0 0 3 16,0 0-9-16,0 0 8 0,0 0-6 15,0 0 7-15,6 3 0 16,1 3 2-16,-1 2 6 16,0-4-8-16,0 2 0 15,-4 2 2-15,3-4-4 16,-3 0 2-16,2 2 0 16,-2-2-2-16,0 1 9 15,1-5-7-15,-3 0 0 16,0 0 1-16,0 0 12 15,0 0-10-15,0 0 3 0,0 0 14 16,0 0-18-16,0 0 16 16,0 0 5-16,-7-5-20 15,-4-5 12 1,3-6-13-16,0 3-2 0,2-1 0 16,1 3 7-16,1-1-7 15,2 3 0-15,0 9 1 16,2-5-5-16,0 5 4 15,0 0-3-15,0 0-1 16,0 0-41-16,0 0 6 16,6 0-22-16,11 0 4 15,8 5 14-15,11 4-109 16,4-1-55-16,7-4-129 0</inkml:trace>
  <inkml:trace contextRef="#ctx0" brushRef="#br1" timeOffset="-39116.32">11089 16802 63 0,'0'0'109'0,"0"0"-100"0,0 0 35 16,0 0 1-1,0 0-1-15,0 0-3 0,-50 2-24 16,47 2 15-16,3-4-12 15,0 0 9-15,0 0 42 16,0 0-19-16,22 0 8 16,9 0-27-16,6-6-24 15,0-6 2-15,-1 1-11 16,2 4 3-16,-1-3 1 16,2-3-1-16,-6 4-3 15,-4 0 0-15,-7-1 3 16,-6 7-3-16,-8-1 0 15,-1-1 2-15,-4 5 3 16,-1-4 1-16,-2 4-6 0,0 0 5 16,0 0 3-16,0 0-6 15,0 0 2-15,0-1-4 16,0 1 21-16,0-5-19 16,0 5 16-16,0-4-15 15,0 0 3-15,0-4-6 16,-2 2 1-16,-3 2 5 15,0 1 2-15,1-4 0 16,-2 0 0-16,-1 2-2 16,0-1 1-16,0-2-2 15,-1 4-5-15,-1-2 0 16,-3 3 0-16,4 3 0 16,3-5 0-16,3 5 0 15,2 0 6-15,0 0-10 0,0 0 4 16,0 0-15-16,2 0 14 15,11 0 2-15,5 0 0 16,-2 8-1-16,0 2 6 16,-6-2-6-16,0 3 0 15,-8-2 0-15,-2 3-10 16,0 2 10-16,0-1-6 16,-14 4 6-16,-3-2-77 15,-1-2-71-15,5 0-114 16</inkml:trace>
  <inkml:trace contextRef="#ctx0" brushRef="#br1" timeOffset="-31047.89">4097 15945 63 0,'0'0'17'0,"0"0"2"16,0 0-19-16,0 0-15 0</inkml:trace>
  <inkml:trace contextRef="#ctx0" brushRef="#br1" timeOffset="-17020.68">7944 15209 6 0,'0'0'33'0,"0"0"3"0,0 0-16 15,0 0 10-15,0 0-21 16,0 0 4-16,0 0 24 15,0 0-4-15,0 0 5 16,0 0-16-16,0 0-20 16,0 0 7-16,0 0-9 15,0 0-7-15,0 0-19 16,-4 0-61-16,-8 0-2 16</inkml:trace>
  <inkml:trace contextRef="#ctx0" brushRef="#br1" timeOffset="-16813.84">7944 15209 22 0,'-78'12'60'0,"78"-12"3"16,0 0-13-16,0 0-10 15,0 0-26-15,0 0-2 16,0 0-12-16,-4 0-5 15,-3 0-32-15,3 0-13 16,-4 0-12-16,4 0 0 16,0 0 17-16</inkml:trace>
  <inkml:trace contextRef="#ctx0" brushRef="#br1" timeOffset="-16148.07">7725 15226 11 0,'0'0'6'0,"0"0"-6"15,0 0 0-15,0 0 1 16,0 0 5-16,0 0 0 0,-21 0 28 15,16 0-3-15,3 0 15 16,-1 0-20-16,1 0 5 16,2 0 24-16,-2-5-33 15,2 5 8-15,-2 0-10 16,2 0-8-16,-3 0 12 16,1 0-24-16,0 0 0 15,-2 0-8-15,0 0-3 16,-1 0-16-16,-2 0-19 15,0 0-14-15,1 0 8 16,1 0 1-16,3 0 26 16,-2 0 17-16,4 5-1 15,0-5 9-15,-2 0 4 16,2 0-3-16,0 0 24 0,0 0 12 16,-3 0 10-16,3 0-9 15,-5 0-9-15,5 0-2 16,-2 0-22-16,2 0-3 15,-2 0 2-15,2 0-4 16,-2 0 0-16,2 0 0 16,-2 0-3-16,0 0-9 15,2 0-18-15,-3 0-10 16,1 0 35-16,0 0-1 16,0 0 6-16,2 0 0 15,0 0 2-15,0 0-2 16,-2 0 4-16,-1 0 13 0,3 0 17 15,-2-5-8-15,2 5 3 16,0-3-15 0,0 3-14-16,-3 0-1 15,-1 0-39-15,-5 0-31 0,-5 3-1 16,2 2-57-16</inkml:trace>
  <inkml:trace contextRef="#ctx0" brushRef="#br1" timeOffset="-13689.42">6917 15190 29 0,'0'0'65'0,"0"0"-11"15,0 0 29 1,0 0-31-16,0 0-11 0,0 0-15 16,0 0-26-16,0 0-10 15,-19 4 10-15,0 11 2 16,-3 2 14-16,1-3-16 16,8 0 0-16,4-5-1 15,6 4 2-15,3-5-2 16,0-2-8-16,0 2 9 15,6-2 11-15,9 1 1 16,7-2 6-16,5 4 17 16,0-2-26-16,-3 3 5 0,-4-6-2 15,-9 7-11-15,-4-8 10 16,-7 0-11-16,0 4 0 16,0 1 11-16,-2 0 1 15,-14 1 8-15,1-4-14 16,-1 1-1-16,3-3-10 15,3 3-23-15,2-6-42 16,6 0-45-16,0 0-93 16</inkml:trace>
  <inkml:trace contextRef="#ctx0" brushRef="#br1" timeOffset="-13488.39">6905 15200 327 0,'0'0'158'0,"0"0"-83"16,0 0-9-16,0 0 6 16,0 0-30-16,0 0-38 15,56-55 6-15,-36 51-10 16,3 4-13-16,-4 0-79 16,-3 0-53-16,-1 0-35 15,-3 0 11-15,-3 0 14 16</inkml:trace>
  <inkml:trace contextRef="#ctx0" brushRef="#br1" timeOffset="-13202.55">7097 15141 1 0,'0'0'106'0,"0"0"4"15,0 0-7-15,0 0-26 16,0 0-3-16,0 0-21 16,2-12-44-16,-2 12-9 0,0 0-2 15,-8 8 2-15,-2 9 2 16,2-3 0-16,1 4-2 15,7-9 0-15,0 1 5 16,0-3-14-16,0-6 3 16,9-1 6-16,5 0 28 15,-1 0-22-15,0-1 8 16,-4-7-12-16,-2-1 8 16,-7 1-12-16,0 3 2 15,0-2-7-15,0 4-7 16,-9 3-27-16,-7 0-24 0,1 0-29 15,1 0-45 1,5 5-64-16</inkml:trace>
  <inkml:trace contextRef="#ctx0" brushRef="#br1" timeOffset="-12939.7">7332 15069 13 0,'0'0'122'16,"0"0"-54"-16,0 0-68 0,0 0 0 15,0 0 4 1,0 0-2-16,-37 36 14 0,18-4 17 16,-4 6-11-16,1 5 34 15,-5 5-17-15,0 2-16 16,1-3-5-16,1-2-13 15,5-7-9-15,7-8 4 16,6-7-112-16,4-15-82 16</inkml:trace>
  <inkml:trace contextRef="#ctx0" brushRef="#br1" timeOffset="-12787.79">7278 15330 112 0,'0'0'375'0,"0"0"-248"0,0 0-100 16,0 0-9-16,0 0-18 16,0 0-36-16,9-39-172 15,3 39-121-15</inkml:trace>
  <inkml:trace contextRef="#ctx0" brushRef="#br1" timeOffset="-11254.2">10844 12916 28 0,'0'0'66'15,"0"0"-44"-15,0 0-13 16,0 0-9-16,0 0-7 16,0 0-19-16,0 0-66 15</inkml:trace>
  <inkml:trace contextRef="#ctx0" brushRef="#br1" timeOffset="-10874.04">10463 12936 37 0,'0'0'22'0,"0"0"-15"16,0 0-6-16,0 0-1 16,0 0 0-16,0 0-33 15</inkml:trace>
  <inkml:trace contextRef="#ctx0" brushRef="#br1" timeOffset="-10237.26">9186 12833 6 0,'0'0'4'15,"0"0"-4"-15,0 0-10 16</inkml:trace>
  <inkml:trace contextRef="#ctx0" brushRef="#br1" timeOffset="-9444.18">7770 12912 1 0,'0'0'9'0,"0"0"-7"15,0 0-2-15,0 0 0 0,0 0-9 16,0 0 6-16</inkml:trace>
  <inkml:trace contextRef="#ctx0" brushRef="#br1" timeOffset="-9206.71">7770 12912 18 0,'-114'15'64'0,"114"-15"2"16,0 0 9-16,0 0 2 0,0 0-5 16,0 0-56-16,-8-11-14 15,-8 11-2-15,-4 0 0 16,-4 0-14-16,-5 9-62 15,2 3-42-15,2 1-16 16</inkml:trace>
  <inkml:trace contextRef="#ctx0" brushRef="#br1" timeOffset="56198.37">17086 1816 307 0,'0'0'178'0,"0"0"-99"16,0 0-2-16,0 0-24 15,0 0 1-15,0 0 42 16,-6-27-41-16,6 27-3 16,0 0-34-16,-3 0-7 15,-4 25-9-15,-6 24 0 16,-12 13 14-16,-10 15 31 15,-7 13-28-15,-5-1 5 16,-3 1-15-16,6-5-6 16,6-13 7-16,7-10-10 15,11-13 0-15,7-15-1 16,3-15 8-16,8-9-16 16,2-10 8-16,0 0-24 15,0-15 17-15,16-28-14 16,4-11-23-16,4-12 16 0,3-2-10 15,0-3 19-15,2 6 12 16,0-2 8-16,-2 3 9 16,2 4-4-16,-2 2-3 15,-1 5 25-15,-4 7-6 16,-3 11 23-16,-4 8-14 16,-4 9-12-16,-2 6 25 15,-5 7-24-15,-1 3 5 16,-1 2 10-16,-2 0-34 15,0 0 8-15,0 9-8 16,6 25 0-16,4 22-4 16,-2 14 6-16,3 15-2 0,-3-1 3 15,0 3 5-15,-3-5-8 16,1-4 0-16,-2-8 5 16,2-8-7-16,-4-11 4 15,0-11-2-15,-2-12 0 16,0-10 2-16,0-11-7 15,0-2-13-15,0-5-73 16,0 0 18-16,0-3-38 16,0-19-133-16,-4-5-336 15</inkml:trace>
  <inkml:trace contextRef="#ctx0" brushRef="#br1" timeOffset="56415.25">16729 2406 487 0,'0'0'224'16,"0"0"-99"-16,0 0 17 16,0 0-18-16,0 0-51 15,0 0-15-15,40-32-31 16,5 18-26-16,7 0 15 16,3-4-16-16,5 0-20 15,-4-7-25-15,2 1-88 16,-2-2-83-16,-7 4-140 15,-3 0 15-15</inkml:trace>
  <inkml:trace contextRef="#ctx0" brushRef="#br1" timeOffset="57213.43">17494 2276 44 0,'0'0'109'15,"0"0"4"-15,0 0 8 16,0 0-30-16,0 0-17 15,0 0 17-15,0 75-38 16,-3-75-15-16,3 0 0 16,0 0-15-16,0 0 35 15,0 0-4-15,0 0 0 16,-4-9 17-16,0-7-71 16,-3-5 5-16,-2 1-5 0,0 5 10 15,1-1-10-15,-4 4 6 16,1 1 0-16,0 6 18 15,-3 1-23-15,1 4 2 16,-1 0-3-16,-1 0-6 16,-1 4 4-16,3 12 2 15,2 1 0-15,2 4-8 16,2 4 8-16,3-2 0 16,4 0 0-16,0-2 0 15,0-5-3-15,0-2 5 16,4-7-2-16,9-7 0 15,6 0 17-15,-1 0-17 0,3-7 7 16,2-13 0 0,-3-6 1-16,-2-2-8 0,-2 0 0 15,-3-1 8 1,-4 7-6-16,0 3 9 0,-3 4 3 16,-1 8-11-16,-1 2 22 15,-4 3-4-15,3 2-20 16,-3 0 0-16,0 0-1 15,0 2-6-15,0 21 6 16,0 12-5-16,0 14 5 16,-5 13 6-16,-6 8-4 15,0 4 19-15,-1 5-20 16,2-1 4-16,1-1 1 0,-1 3 0 16,4-5 6-1,2-6-6-15,-3-4-5 0,-2-6 25 16,2-11-25-16,-2-10 8 15,3-14-3-15,2-8 3 16,-4-8-1-16,4-6-1 16,2-2-5-16,-7 0 36 15,-3 0-23-15,-3-17 8 16,-5-9-14-16,5-11 1 16,3-9-6-16,8-10-4 15,4-11 3-15,0-2 6 16,24-2-6-16,5 1-3 15,5 1 0-15,3 4-16 16,0 2 2-16,-2 8-31 0,-3 4-30 16,-1 7-57-16,0 5-132 15,0 10-199-15</inkml:trace>
  <inkml:trace contextRef="#ctx0" brushRef="#br1" timeOffset="57668.16">17744 2285 296 0,'0'0'273'16,"0"0"-191"-16,0 0-51 16,0 0 43-16,0 0-3 15,0 0-6-15,0 0-9 16,0 0-33-16,0 7 19 16,0-1-16-16,0-2-13 0,0 1 22 15,4 0-29 1,3-3 10-16,1 0 2 0,1-2-15 15,3 0 35-15,-1 0-24 16,3-9-14-16,-4-5 16 16,-1-1-16-16,1-4 0 15,-8 2-1-15,-2 1-10 16,0 3 0-16,0 1-28 16,0 7 0-16,-8 5 22 15,-7 0-21-15,-1 0 30 16,-1 0 7-16,-1 16-6 15,0 6 4-15,0 5 6 0,3 5-3 16,5 5 38 0,6 1-16-16,4-2 23 0,0-2 0 15,7-8-32-15,13-6 15 16,5-6-24-16,2-8-2 16,4-6 14-16,2 0-10 15,5-18-6-15,-1-16-28 16,-3-4-87-16,-10-4-41 15,-10 1-146-15,-11 10-49 16</inkml:trace>
  <inkml:trace contextRef="#ctx0" brushRef="#br1" timeOffset="58042.93">16750 2667 371 0,'0'0'280'16,"0"0"-149"-16,0 0 28 15,0 0-32-15,0 0-46 16,0 0-19-16,77-14-62 15,-5 14 4-15,17 0 14 16,11 0-11-16,7 0-8 0,-4 0 1 16,-14 0-2-16,-14 4-9 15,-17-2 11-15,-18-1 0 16,-13-1 4-16,-9 0 3 16,-7 0-7-16,-3 0 0 15,-2 0 5-15,1 0-12 16,-1-1-2-16,4 1-114 15,0 0-112-15,1 0-405 16</inkml:trace>
  <inkml:trace contextRef="#ctx0" brushRef="#br2" timeOffset="67701.32">18540 2409 70 0,'0'0'45'0,"0"0"-7"0,0 0 27 16,0 0 25-1,0 0 25-15,0 0-7 0,0 0-39 16,-27 0 2-16,25 0-35 15,-5 0 6-15,0 0-9 16,-2 0-29-16,-2 0 21 16,0 0-17-16,0 0 0 15,2 0 28-15,7 0-29 16,0 0 18-16,2 0 2 16,0 0-15-16,0 0 32 15,0 0-25-15,0 0-13 16,0 0 16-16,0 0-21 15,0 3-2-15,11 3-15 0,18 6 16 16,10 4 30 0,15 2-29-16,9-1 2 0,3-5 14 15,-1-3-17-15,-7-1-2 16,-7-4-14-16,-13 0-21 16,-7-2 36-16,-10 1-18 15,-9-3 19-15,-5 0-9 16,-7 0 12-16,0 0-6 15,0 0 3-15,0 0 0 16,0 0 36-16,0 0-36 16,-4-5 1-16,-9-3 1 15,-1-1 2-15,1-2-4 16,0 2 0-16,-1 0 2 16,5-1 4-16,1 0-6 0,-2 2 0 15,6 2-1-15,-3 3 6 16,5 0-5-16,2 1 0 15,0 2 2-15,0 0 2 16,0 0-4-16,0 0-29 16,4 0 27-16,15 0-1 15,2 0 3-15,0 0 0 16,-6 0 4-16,-6 0-14 16,-6 5-14-16,-3 18 23 15,0 5-15-15,-5 6 26 16,-17 5-10-16,-7-1 0 15,0-4 5-15,2-2 5 16,2-4-10-16,12-6-61 16,11-4-74-16,2-11-111 15,23-7-89-15</inkml:trace>
  <inkml:trace contextRef="#ctx0" brushRef="#br2" timeOffset="68473.59">19485 2226 181 0,'0'0'215'15,"0"0"-123"-15,0 0-27 16,0 0-9-16,0 0-31 16,0 0 14-16,-21 21-9 0,15-14-15 15,2-4 22-15,1-1-27 16,1-2 3-16,2 0 39 16,0 0-31-16,-2 0 28 15,2 0-8-15,0 0-14 16,0-5 22-16,2-15-37 15,23-6-7-15,3-1-10 16,8 1-4-16,0 6 9 16,-3 6 0-16,-2 2-1 15,-4 7-10-15,-2 2 7 16,-8 3-3-16,-3 0 3 16,-7 0-1-16,-3 10-4 0,-4 10-21 15,0 4 30-15,-2 5 8 16,-19-3-8-16,-8 3 0 15,-2 2 1-15,0-1 8 16,0-2-9-16,4-5 0 16,8-6 2-16,7-8 11 15,5-4-13-15,5-3 3 16,2-2 41-16,0 0-4 16,0 0 27-16,9 0-18 15,11 0-30-15,3 0 11 16,4-2-30-16,-4-3 0 0,2 2-3 15,0 3 6 1,-1-2-6-16,1 2 0 16,-1 0-64-16,1 0 12 15,-5 0-68-15,-2 0-77 0,-5 0-56 16,-2 0-165-16</inkml:trace>
  <inkml:trace contextRef="#ctx0" brushRef="#br2" timeOffset="68849.57">19937 2171 187 0,'0'0'229'16,"0"0"-128"-16,0 0 2 16,0 0-53-16,0 0-40 0,0 0 26 15,63-130-32-15,-36 123 5 16,-3 4-6-1,0 3-4-15,-4 0 2 0,-5 0-2 16,-3 0 4-16,-5 15-8 16,-3 4-7-16,-4 5-6 15,0 6 11-15,0 1-3 16,-17-1 8-16,-10 0 2 16,0-2 14-16,-2 2 26 15,4-6-14-15,8-4 9 16,3-8 17-16,10-6-29 15,4-2 25-15,0-4 13 0,0 0-8 16,0 0-18 0,11 0-27-16,15 2 17 0,10 4-25 15,5-2-103-15,1-4-81 16,3 0-153-16</inkml:trace>
  <inkml:trace contextRef="#ctx0" brushRef="#br2" timeOffset="69064.45">20565 2280 456 0,'0'0'229'16,"0"0"-146"-16,0 0-79 16,0 0-1-16,0 0 10 0,0 0-9 15,-15 64 14-15,2-24-10 16,-5 6-7-16,0 0-1 15,-4 1-33-15,2-4-35 16,1-7-144-16,9-9-203 16</inkml:trace>
  <inkml:trace contextRef="#ctx0" brushRef="#br2" timeOffset="69989.59">21622 2071 160 0,'0'0'96'15,"0"0"-45"-15,0 0-27 16,0 0 17-16,0 0 4 15,0 0 31-15,-2-4 0 16,0 4-14-16,2-4 8 16,-2 1-27-16,2-4-10 15,0-5 53-15,0-2-59 16,10-2-24-16,13-2-3 16,2 4-1-16,1 4 1 0,1 6 0 15,-5 4-3-15,-2 0-3 16,-1 2 6-16,-7 14-2 15,-5 6-8-15,-7 2-25 16,0 0 33-16,0 3 0 16,-19-3 4-16,-10 2 5 15,-9-1-3-15,-5 1-4 16,1 3 0-16,1-8 10 16,8-3-9-16,13-8 5 15,9-8 10-15,6-2 34 16,5 0-10-16,0 0 52 15,0 0 1-15,19 0-78 16,10 0 28-16,6 0-43 0,3 0 3 16,5 0-8-1,-4 0 4-15,-1 3-73 0,0-3 4 16,-5 0-113-16,-4 0-34 16,-2-8-293-16</inkml:trace>
  <inkml:trace contextRef="#ctx0" brushRef="#br2" timeOffset="70418.28">22108 1967 401 0,'0'0'234'16,"0"0"-146"-1,0 0-2-15,0 0-45 0,0 0 15 16,0 0-21-16,-15-37-28 15,5 37-14-15,-1 7 5 16,-6 12 2-16,-3 10-7 16,-3 3 23-16,1 4-16 15,2 3 24-15,4 0-24 16,5-3 19-16,5-4-19 16,6-1 1-16,0-9 1 15,0-6-2-15,19-8 0 16,8-6 14-16,2-2-13 15,-4 0 17-15,-5-10-18 0,-11-6 0 16,-7 2 6 0,-2 0 3-16,0 2 20 0,0 1-7 15,-13 4-22-15,-9 2 4 16,-5 5-4-16,-4 0 0 16,2 5-18-16,-3 14 18 15,6 6-9-15,5-4-71 16,10 2-83-16,11 0 7 15,0-9-127-15,32-2-19 16</inkml:trace>
  <inkml:trace contextRef="#ctx0" brushRef="#br2" timeOffset="70576.18">22471 2242 500 0,'0'0'391'0,"0"0"-261"16,0 0-49-16,0 0-70 15,0 0-2-15,0 0-18 16,3-16-44-16,-3 24-134 16,0 5-76-16,0-1-263 15</inkml:trace>
  <inkml:trace contextRef="#ctx0" brushRef="#br2" timeOffset="70731.1">22886 2213 858 0,'0'0'111'0,"0"0"-111"15,0 0-24-15,0 0-142 16,0 0-173-16,0 0-69 16</inkml:trace>
  <inkml:trace contextRef="#ctx0" brushRef="#br2" timeOffset="70869.02">23325 2162 562 0,'0'0'95'0,"0"0"-95"0,0 0-93 16,0 0-246-16</inkml:trace>
  <inkml:trace contextRef="#ctx0" brushRef="#br2" timeOffset="71022.93">23807 2201 531 0,'0'0'244'0,"0"0"-210"15,0 0-34-15,0 0-64 16,0 0-170-16</inkml:trace>
  <inkml:trace contextRef="#ctx0" brushRef="#br2" timeOffset="71678.59">22583 2127 441 0,'0'0'237'16,"0"0"-71"-16,0 0-76 15,0 0-23-15,0 0-56 16,0 0-11-16,0 11-1 0,-2 20-10 16,-16 10 11-16,-7-2 2 15,1 4 3-15,0-5-10 16,3 0-40-16,6-6-62 15,8-4-15-15,7-10-102 16,3-9-116-16</inkml:trace>
  <inkml:trace contextRef="#ctx0" brushRef="#br2" timeOffset="71861.16">23156 2196 128 0,'0'0'205'0,"0"0"-108"0,0 0-68 15,0 0-29-15,0 0-64 16,0 0 3-16,56-5-81 16</inkml:trace>
  <inkml:trace contextRef="#ctx0" brushRef="#br2" timeOffset="72373.87">24444 2121 269 0,'0'0'298'0,"0"0"-131"15,0 0-42-15,0 0 8 16,0 0-77-16,0 0 1 15,45-20-4-15,-43 18-47 16,1 2 23-16,-3 0-29 16,0 0-10-16,0 10 6 15,0 16-13-15,-9 10 1 16,-11 5-20-16,-3 1-53 0,0-3-35 16,2-1-129-16,7-9-222 15</inkml:trace>
  <inkml:trace contextRef="#ctx0" brushRef="#br2" timeOffset="72944.55">24977 1893 280 0,'0'0'265'0,"0"0"-246"16,0 0-3-16,0 0-15 16,0 0 16-16,0 0 29 15,-29 0 6-15,27 0-20 16,0 0 24-16,2 0 25 16,0 0-7-16,0 0 33 15,0 0-38-15,0-9 5 16,7-3-42-16,11-1-32 15,-1 3-4-15,3 1-6 16,-2 9-15-16,-4 0 22 16,-4 0-12-16,-3 0-1 15,-2 0 7-15,-5 16-26 16,0 2 32-16,0 6-3 0,-14 5 6 16,-13-3-12-16,-4 2 12 15,2 0-30-15,8-6-12 16,4-7-53-16,11-8 13 15,6-5 19-15,0-2 59 16,9 0 4-16,15-4 17 16,8-8-17-16,-3 0 16 15,-3 6 5-15,-1 6 10 16,-3 0-31-16,-4 6-7 16,-5 18 7-16,-6 5-29 15,-7 0 29-15,0 1 2 16,-3-2 6-16,-21-4-7 15,-7 0 0-15,0-8 3 16,2-1-8-16,4-12-73 16,7-3-134-16,12 0-87 15</inkml:trace>
  <inkml:trace contextRef="#ctx0" brushRef="#br2" timeOffset="73462.26">25410 1821 344 0,'0'0'296'16,"0"0"-168"-16,0 0 0 15,0 0-92-15,0 0-36 16,0 0 0-16,-40-23 10 0,4 38-4 16,0 0-5-16,5-1-1 15,7-1 9-15,10-1-10 16,8-2 1-1,6 2 0-15,0 0 3 0,0 4 3 16,10-1-6-16,9 4 28 16,1 1 2-16,1 4 11 15,4 4-41-15,-2 2 8 16,-4 4-11-16,-5-3 6 16,-7-8-6-16,-7-2-1 15,0-6-32-15,-16-3 36 16,-10-2 0-16,-6-3 2 15,1-5 4-15,4-2-2 0,9 0-4 16,7 0 0 0,7 0 8-16,4-14 11 0,0-11-6 15,7-6-13-15,17-3-12 16,5-3 6-16,7-5 6 16,-1-4 14-16,-1 2 7 15,-5 2 32-15,-9 9-1 16,-9 10-10-16,-7 7 11 15,-4 5-48-15,0 7 2 16,-2 4-7-16,-21 0-38 16,-2 0-9-16,-7 25-84 15,8 4-65-15,8 4-168 16</inkml:trace>
  <inkml:trace contextRef="#ctx0" brushRef="#br2" timeOffset="73645.14">25634 2092 238 0,'0'0'572'16,"0"0"-397"-16,0 0-107 15,0 0-51-15,0 0-17 16,0 0 0-16,-28 85 4 16,1-49 1-16,5-2-10 15,1-8-35-15,9-6-127 16,3-8-128-16</inkml:trace>
  <inkml:trace contextRef="#ctx0" brushRef="#br2" timeOffset="74685.16">26384 1766 415 0,'0'0'123'0,"0"0"-65"0,0 0 6 16,0 0-4-16,0 0-18 15,0 0 13-15,0-10-53 16,-9 10 4-16,-5 0 11 16,-5 0-8-16,-6 7 8 15,0 8 6-15,3 1-12 16,7 4 23-16,10-1-24 15,5 0-4-15,0 6-5 16,18-4 14-16,20 6-15 16,8 1 22-16,6-2-4 15,-6 0 1-15,-12-4-19 16,-14-3 0-16,-11-5-8 0,-7-7-9 16,-2 1 4-16,0 0-7 15,0 1 20-15,-15-2 8 16,-10 1-8-16,-6-4 0 15,-5-4-4-15,1 0-76 16,-1 0-98-16,10-19-172 16</inkml:trace>
  <inkml:trace contextRef="#ctx0" brushRef="#br2" timeOffset="74866.58">26508 1756 135 0,'0'0'764'16,"0"0"-665"-16,0 0-54 0,0 0-41 16,0 0-4-16,0 0-10 15,141-37-61-15,-105 37-57 16,-3 0-61-16,-2 0-126 16,-6 0-14-16</inkml:trace>
  <inkml:trace contextRef="#ctx0" brushRef="#br2" timeOffset="75255.35">26884 1764 92 0,'0'0'639'16,"0"0"-498"-16,0 0-53 16,0 0-17-16,0 0-13 0,0 0 14 15,-25-44-59-15,27 38-13 16,13 0-6-16,1 3-33 15,-1-2 39-15,-1 5 0 16,-3 0-3-16,-1 0-2 16,-2 2-28-16,-1 18-15 15,-5 6 27-15,-2 6-13 16,0 2 30-16,0 1 1 16,-13-1 3-16,-8 0-9 15,1 0 9-15,-1-4 0 16,-2-2 10-16,3-3-6 15,2-8 15-15,7-5 0 16,4-6-9-16,7-4 20 0,0 0-25 16,0-2 19-1,0 0 22-15,16 0-45 0,12 0 29 16,13 0-30-16,7 0-23 16,8 2-31-16,2 0-160 15,3-2-259-15</inkml:trace>
  <inkml:trace contextRef="#ctx0" brushRef="#br2" timeOffset="75429.25">27398 2046 84 0,'0'0'587'16,"0"0"-453"-16,0 0-114 15,0 0-20-15,0 0-15 16,0 0 15-1,-65 69 0-15,52-39-59 0,2-2-57 16,4-7-215-16</inkml:trace>
  <inkml:trace contextRef="#ctx0" brushRef="#br2" timeOffset="75584.16">27615 2063 292 0,'0'0'193'16,"0"0"-193"-16,0 0-61 0,0 0-51 15,0 0-77-15</inkml:trace>
  <inkml:trace contextRef="#ctx0" brushRef="#br2" timeOffset="75742.99">28180 2034 384 0,'0'0'367'16,"0"0"-317"-16,0 0-50 16,0 0-55-16,0 0-225 0</inkml:trace>
  <inkml:trace contextRef="#ctx0" brushRef="#br2" timeOffset="75892.61">28778 1993 749 0,'0'0'190'16,"0"0"-164"-16,0 0-26 15,0 0-46-15,0 0-203 16,0 0-297-16</inkml:trace>
  <inkml:trace contextRef="#ctx0" brushRef="#br2" timeOffset="77071.05">29679 1752 187 0,'0'0'469'16,"0"0"-337"-16,0 0 19 15,0 0-77-15,0 0 3 16,0 0-1-16,0-33-63 15,2 33 3-15,2 0-16 16,-4 0 0-16,2 0-1 0,1 0 1 16,-1 5-2-1,2 17 0-15,-4 10 0 0,0 9-1 16,0 7 3-16,0 2 0 16,0-4 0-16,0-7 0 15,0-12-6-15,0-10 1 16,0-8-22-16,0-7 9 15,0-2-11-15,0 0 29 16,0 0 29-16,8-11-29 16,4-16 5-16,4-4-5 15,-3-8-17-15,3-1 17 16,-2 3-19-16,1 3 8 0,3 6-4 16,0 0 15-1,-3 10 0-15,1 6-3 0,-3 6-14 16,-4 4 15-16,-2 2-6 15,0 0 3-15,-1 0-12 16,3 4 9-16,0 12 5 16,0 4-4-16,0 1 7 15,1 0 0-15,-2 4 0 16,1-2 0-16,-5-2 16 16,2-7-6-16,0-6-1 15,0-7 11-15,1-1-20 16,-1 0 28-16,6 0-15 15,1 0-9-15,7-1 3 0,0-15-7 16,4-2-58 0,-1-2-192-16,2-5-370 0</inkml:trace>
  <inkml:trace contextRef="#ctx0" brushRef="#br2" timeOffset="81726.99">16353 3792 103 0,'0'0'77'16,"0"0"16"-16,0 0-20 15,0 0-12-15,0 0 1 16,0 0-7-16,0 0-4 16,-241 256-36-16,237-256 3 15,-2 0 29-15,6-25-10 16,0-14-37-16,0-11-26 16,21-4 8-16,8-6 6 15,4-3 11-15,1-1 1 16,-1 2 20-16,-2 0-2 15,-4 7 20-15,-2 9 11 0,-5 13 14 16,-3 12 19-16,-3 12-28 16,-3 7-18-16,-2 2-15 15,2 0-21-15,-2 18 0 16,0 20-2-16,0 14 2 16,-2 12 18-16,-3 6-7 15,-2 6 1-15,-2-1 8 16,0-5-13-16,0-4-6 15,0-6-1-15,2-10 5 16,1-8 1-16,1-9-6 16,-1-13-16-16,-3-8-21 15,0-8-95-15,0-4-20 16,0 0-16-16,0-14-204 0</inkml:trace>
  <inkml:trace contextRef="#ctx0" brushRef="#br2" timeOffset="82537.99">16226 4018 155 0,'0'0'464'0,"0"0"-324"15,0 0-29-15,0 0-7 16,0 0-31-16,0 0-8 16,71-4-51-16,-15-8 5 15,4-2-16-15,2-2 9 16,-3 0-12-16,-1-2 0 0,-10 1-42 15,-1 0 41 1,-7 1-20-16,-9 2 18 0,-6 3-3 16,-8 4 4-16,-5 5 2 15,-6 2 0-15,-3 0-2 16,-1 0-9 0,-2 0 10-16,0 0 1 0,0 0-5 15,0 0 12-15,0-3-7 16,0 2 0-16,-9-6 2 15,-7 2 7-15,3-3-9 16,-3 2 0-16,-1-1-1 16,1 4 4-16,-2 3-3 15,0 0 0-15,3 0-2 16,-1 11-8-16,3 12 8 0,1 1 2 16,4 2-1-1,3 0 3-15,3-2-2 0,2-2 0 16,0-4 1-16,0-6-9 15,0-6-3-15,11-6-2 16,7 0 8-16,2-7-5 16,4-18 10-16,1-5-6 15,2-2 6-15,0-2-8 16,-2 4 10-16,0 2-2 16,-2 6 13-16,-1 4-7 15,-1 5 21-15,-10 10-11 16,-1 3-15-16,0 0-2 15,-6 2 1-15,3 21-3 0,-5 10-2 16,-2 11 6 0,0 11-1-16,0 6 0 0,0 9 3 15,0 9 1-15,-2 3 2 16,-11 1-4-16,-10-2 5 16,1-5 0-16,-3-9-5 15,4-12 0-15,0-12 3 16,3-13 12-16,3-12-17 15,5-8 15-15,2-10 17 16,3 0-18-16,-1-2 26 16,-3-22-7-16,2-13-27 15,2-9 25-15,3-7-23 16,2-10 4-16,0-5-12 16,0 1 6-16,14-6-12 15,10 1 6-15,1 4-39 0,4 3-17 16,4 11-53-16,0 14-65 15,1 8-175-15</inkml:trace>
  <inkml:trace contextRef="#ctx0" brushRef="#br2" timeOffset="82964.6">17093 3895 247 0,'0'0'207'0,"0"0"-66"16,0 0-88-16,0 0 1 15,0 0-3-15,0 0-20 16,-42 72 41-16,48-65-14 0,11 1-25 16,4-3 4-1,-3-4-28-15,1-1 4 0,0 0 32 16,1 0-33 0,-3-9 8-16,-3-8-20 0,-3-3 4 15,-5-1 10-15,-1-2-14 16,0 3-1-16,-5 5-5 15,0 2-14-15,0 9 19 16,0 0 1-16,-3 4-21 16,-10 0 20-16,0 0-17 0,-3 6 18 15,-1 9-4 1,-2 10 8-16,6 1 2 0,2 4 22 16,6 2-5-16,5 0 29 15,0-2-31-15,5-4 2 16,13-2-2-16,1-6-20 15,2-6 14-15,4-6-14 16,1-6-1-16,1 0-8 16,2-3-73-16,5-15-40 15,-3-9-150-15,0-4-361 16</inkml:trace>
  <inkml:trace contextRef="#ctx0" brushRef="#br2" timeOffset="83169.66">17483 3990 534 0,'0'0'336'0,"0"0"-205"0,0 0-59 15,0 0-14-15,0 0 18 16,0 0-29-16,18 2-32 16,13-2 12-16,5 1-27 15,1-1-3-15,1 0-21 16,0 0-71-16,3-3-28 15,-2-15-182-15,-1-1-328 16</inkml:trace>
  <inkml:trace contextRef="#ctx0" brushRef="#br2" timeOffset="83488.49">18025 3645 276 0,'0'0'222'0,"0"0"-94"16,0 0-56-16,0 0 5 16,0 0 13-16,0 0-24 15,0-53-7-15,0 53-8 16,0 0-18-16,0 0 28 16,0 0-28-16,0 0-18 15,0 5-15-15,0 27-16 16,-5 10 16-16,0 11 10 15,-1-2-2-15,-1 2 8 16,1-6-14-16,-3-6 1 0,2-4-3 16,-2-8 3-16,0-7-8 15,-2-6-38-15,4-8-74 16,1-8 1-16,-1 0-92 16,3-12-114-16</inkml:trace>
  <inkml:trace contextRef="#ctx0" brushRef="#br2" timeOffset="84021.18">17922 3638 326 0,'0'0'287'15,"0"0"-141"-15,0 0 0 16,0 0-37-16,0 0-48 0,0 0-16 16,65-155-30-16,-32 145-7 15,1 4 9-15,-3 2-17 16,0 4 0-16,-4 0-7 15,-6 0 5-15,-2 16-7 16,-6 2 0-16,-6 5-20 16,-3 3 22-16,-4 9-2 15,0 1 9-15,0-3-5 16,-8 2 5-16,-13-7-3 16,-3-3 1-16,-5-6-13 15,-2-2 12-15,-3-2 3 16,7-4 0-16,5-4 4 15,9-2-3-15,9-3-1 0,1-2 4 16,3 0-2 0,0 0 25-16,0 0 7 0,0 0-16 15,0 0 15-15,0 3-31 16,0 4-2-16,3 11 0 16,7 6-1-16,9 6 1 15,0 2 6-15,1 0-4 16,1-4 14-16,-4-2-11 15,1-6-1-15,-3-8 13 16,-1-1-8-16,-3-9 29 16,-2-2-10-16,0 0-7 15,4 0 14-15,3-2-32 0,2-14 1 16,0-5-4 0,4-3-11-16,-4-2-17 15,-2 0-58-15,-1-2-69 0,-1 1-79 16,-4 4-269-16</inkml:trace>
  <inkml:trace contextRef="#ctx0" brushRef="#br2" timeOffset="85208.43">18528 3805 268 0,'0'0'373'16,"0"0"-289"-16,0 0-56 15,0 0 8-15,0 0-9 16,0 0-6-16,2 0-21 0,-2 0 0 16,0 0 8-1,0 0 2-15,0 0 11 0,0 0-6 16,0 0-8-16,3 0 14 16,-3 0-21-16,0 0 0 15,0 0 11-15,0 0-5 16,0 0-6-16,0 0 6 15,0 0 3-15,0 0 31 16,0-7-31-16,-7-3-8 16,0 0 15-16,1-1-10 15,-1 1-3-15,0 0 2 16,3 2 0-16,-1 3 17 0,1 1-20 16,0 1 1-16,-5 3-3 15,-1 0 0-15,-3 0-2 16,-1 4-1-16,-3 12 3 15,1 4-10-15,1 2 10 16,-1 5 0-16,3 0-8 16,1 2 12-16,4 1-4 15,1 0 0-15,3-2 6 16,2-1 4-16,2-6-10 16,0-4 0-16,0-4-2 15,0-6-2-15,0-6 1 16,10-1-1-16,7 0 4 15,0-18 23-15,1-6-23 0,1-4 0 16,2 2-3-16,-3-3 5 16,2 4-2-16,-2-3 0 15,-3 3 1-15,-3 6 1 16,-4 2-2-16,-3 8 0 16,-3 4 26-16,-2 4-26 15,2 1 10-15,-2 0-10 16,0 0-14-16,0 1 10 15,0 18-4-15,0 3 8 16,0 2-3-16,0 2 5 16,0 2-2-16,0-5 0 15,0 4 4-15,0-5-4 16,0-4 0-16,0-4 0 16,0-7 0-16,2-5 8 15,3-2-8-15,4 0 13 16,4-17-8-16,5-7 11 0,3-4-16 15,-2 0 0-15,1 0-8 16,-2 3 5-16,-2 4 1 16,0 4-1-16,-3 4 3 15,0 3-1-15,-4 6 1 16,0 1 0-16,-5 3-2 16,1 0 0-16,-3 0-2 15,2 7 2-15,-1 10 0 16,-3 6-6-16,0 1 8 0,0 0 0 15,0 0-4 1,0-2 7-16,0-3-3 16,0-2 0-16,0-2 3 0,0-6-1 15,0-3-2-15,0-4 0 16,0-2 9-16,7 0-4 16,1-6 6-16,6-16-11 15,-1-4 7-15,2-2-13 16,-3 0 6-16,-1 4 0 15,3 5-6-15,-6 4 10 16,3 5-4-16,1 3 12 16,-1 6-11-16,-1 1 20 15,2 0-21-15,-1 0 0 16,-2 10-8-16,0 10 4 0,-2 6 4 16,-3 0 0-16,2 0 0 15,-1-2 4-15,4-2-4 16,0-6 0-16,2-3-5 15,3-8 5-15,-3-5-23 16,-2 0-19-16,-9 0-46 16,0-12-99-16,0-12-81 15,0-10 256-15</inkml:trace>
  <inkml:trace contextRef="#ctx0" brushRef="#br2" timeOffset="85815.39">19034 3648 80 0,'0'0'452'0,"0"0"-284"15,0 0-50 1,0 0-37-16,0 0-35 0,0 0-12 16,5-27-25-16,-5 27-7 15,0 0 5-15,0 0-2 16,0 0 6-16,2 10 1 16,0 14-7-16,0 6 30 15,3 10-33-15,-3 5 1 16,1 1-2-16,-1 1 3 15,-2-4-4-15,2-1 0 16,-2-6 3-16,0-4 8 16,0-7 11-16,0-9 6 15,0-5 1-15,0-6-25 16,0-4 13-16,0-1 3 16,0 0 3-16,0 0 39 15,2 0-33-15,5-17-12 16,-1-8-15-16,6-3 3 0,1-2-5 15,3 0 0-15,5 0 0 16,4 2-9-16,6 0 1 16,5 0 8-16,-2 3-4 15,-6 5 6-15,-7 9-2 16,-10 4 1-16,-6 6 4 16,-5 1-8-16,0 0 3 15,0 0-19-15,0 1-2 16,-3 14-5-16,-15 1 21 0,-4 3-5 15,-7 2-3-15,-5 1 4 16,1 0 8-16,2-2 1 16,6-4-3-16,10-4 6 15,3-7-3-15,10 1 0 16,2-5 2-16,0 5 7 16,0 2-4-16,16 3 13 15,9 4-3-15,-1 3-9 16,7 7-5-16,1-4-1 15,3 1-13-15,3-2-21 16,0-5-116-16,3-12-121 16,-2-3-340-16</inkml:trace>
  <inkml:trace contextRef="#ctx0" brushRef="#br2" timeOffset="85959.3">19779 3958 892 0,'0'0'97'0,"0"0"-97"16,0 0-58-16,0 0-113 15,0 0-233-15</inkml:trace>
  <inkml:trace contextRef="#ctx0" brushRef="#br2" timeOffset="86174.18">16709 4524 435 0,'0'0'31'0,"0"0"-31"16,0 0-359-16</inkml:trace>
  <inkml:trace contextRef="#ctx0" brushRef="#br2" timeOffset="86701.96">15838 4496 520 0,'0'0'338'16,"0"0"-310"-16,0 0-15 0,0 0-10 16,0 0 62-16,0 0 78 15,6 8-84-15,75-5-29 16,39 1 2-16,36-1-31 16,36-3 28-16,44 0-26 15,34-10 5-15,33-9-2 16,27 0-6-16,7 1-18 15,-1 4-4-15,-15 0-45 16,-31 3 22-16,-36 5 23 16,-36 3 22-16,-37 3 8 15,-32 0-2-15,-29-5 46 16,-26 1 3-16,-22 1-20 0,-21-4 14 16,-13 3-25-16,-18 1-6 15,-9 0 20-15,-6 3-36 16,-5-3 1-16,0 3-3 15,0 0-13-15,0 0-14 16,-21 3-59-16,-10 12-35 16,-4-3-100-16,-1-10-481 15</inkml:trace>
  <inkml:trace contextRef="#ctx0" brushRef="#br2" timeOffset="88320.95">20147 3485 205 0,'0'0'240'0,"0"0"-93"0,0 0-35 16,0 0-8-16,0 0-10 15,0 0-28-15,6-18 4 16,-6 18-45-16,0 0-19 16,0 0-6-16,0 0-2 15,-6 21 2-15,-14 20 0 16,-5 10 2-16,-4 4 24 16,2 8-21-16,8-2-4 15,7 4 7-15,12-3 0 16,0-2-8-16,20-2 0 15,11-7-6-15,5-10-25 0,-1-10-59 16,6-17-74 0,5-14-17-16,4-4-327 0</inkml:trace>
  <inkml:trace contextRef="#ctx0" brushRef="#br2" timeOffset="88830.66">20652 3713 209 0,'0'0'165'0,"0"0"-65"16,0 0-16-16,0 0-43 16,0 0 22-1,0 0-22-15,-2-7 2 0,2 7-7 16,0 0 30-16,0 0 32 15,-2 0-37-15,-2 0-9 16,-3 0 0-16,-5 0-51 16,-1 0 7-16,-5 0-8 15,-1 15 2-15,-4 7-3 16,-4 6 1-16,8 6 0 16,-1 4-1-16,4 1 10 15,9 0-9-15,7-4 0 0,0-1 6 16,7-6 8-16,19-5-14 15,8-12 0 1,-1-8 32-16,1-3-32 16,2-9 12-16,-5-23-12 0,-4-6-44 15,-8-6 39-15,-7-2-12 16,-5-3 17-16,-7-4-2 16,0 0 7-16,0 7-5 15,-7 11 12-15,-9 9-4 16,-1 14 19-16,-8 7-27 15,-4 5-14-15,-2 2-4 16,2 20-32-16,0 9-38 16,6 3-39-16,10 4-73 15,9-2-156-15</inkml:trace>
  <inkml:trace contextRef="#ctx0" brushRef="#br2" timeOffset="89427.55">20987 3953 621 0,'0'0'180'0,"0"0"-86"15,0 0-36-15,0 0-13 16,0 0-43-16,0 0 7 16,9-18-2-16,-7 18-4 15,-2-1-2-15,0 1 19 16,0 0-9-16,0 0 7 0,0 0-14 16,0 0 0-1,0 0 5-15,0 0-9 0,0 0 0 16,0 0 2-16,0 0 5 15,3 0-7-15,-1 0 0 16,0 0 5-16,2 0 5 16,5 0-7-16,-2 4-3 15,2 6 0-15,0 2 0 16,-3 2-1-16,-1 5 1 16,-3 1 0-16,-2 1-7 15,0 2 10-15,-11 1-3 0,-14-2 0 16,-1-3 4-1,1-2-8-15,5-7-50 0,5-6-109 16,3-4-129-16</inkml:trace>
  <inkml:trace contextRef="#ctx0" brushRef="#br2" timeOffset="90418.46">21281 3837 38 0,'0'0'67'15,"0"0"-2"-15,0 0-21 16,0 0-35-16,0 0-7 16,0 0 6-16,16-25 0 0,-16 23 39 15,0 2 54-15,0 0-6 16,0 0 15-16,0 0-44 16,0-3-6-16,0 3-8 15,0 0-24-15,0 0 0 16,-7 0-17-16,0 0 0 15,1 0 24-15,-5 0-14 16,1 0 12-16,4 0 11 16,-3 0-18-16,5 0 17 15,2 0 2-15,2 0-5 0,0 0 21 16,0 0-26-16,0 0 1 16,0 0-2-16,0 0-29 15,0 0 0-15,13 0-5 16,14 0 0-16,13 0 13 15,11-2-13-15,7-5-3 16,7 1 2-16,-3-1-38 16,-6 4 24-16,-8-1-1 15,-13 1 16-15,-14 2-7 16,-9-2 12-16,-10 2-5 16,-2 1 0-16,0 0 5 15,0 0-2-15,0 0 2 16,0 0 1-16,0-3 7 15,0 3-6-15,0-1-7 0,0-3 3 16,-2-2 6-16,-10-1-11 16,1-3 2-16,-5 1 0 15,3-1-1 1,0 2 3-16,-3-3-2 16,-2 3 0-16,1-1 8 0,3 1-13 15,3 2 5-15,9 2 0 16,2 1 3-16,0-1 6 15,0 2-18-15,0 0 7 16,11-3-29-16,5 5 24 16,-1 0 5-16,3 0 4 15,-5 0-18-15,3 7 12 16,-5 13 1-16,-1 4 1 0,-8 6-25 16,-2 5 27-16,0 1-1 15,0 2-3-15,-8-3-26 16,2-1-96-16,2-11-30 15,4-5-154-15,0-6-220 16</inkml:trace>
  <inkml:trace contextRef="#ctx0" brushRef="#br2" timeOffset="91438.59">22398 3595 229 0,'0'0'174'15,"0"0"-58"-15,0 0-45 0,0 0-32 16,0 0-5 0,0 0-32-16,2-3 7 0,-2 3 39 15,0 0-22-15,0 0 31 16,0 0 3-16,0 0-24 15,0 0 18-15,0 0-26 16,0 0-18-16,0 0 13 16,0 0-16-16,0 0-7 15,0 0 4-15,0 0 0 16,0 0 11-16,0 0-4 16,0 0 17-16,0 0 25 15,0 0-30-15,0 0 0 16,0-5-6-16,0 5-12 15,0 0 26-15,3 0-25 0,-3 0-5 16,0 0 9-16,0 0-4 16,0 0-6-16,0 0 0 15,0 0 3 1,0 0-7-16,0 0 4 0,0 0 0 16,0 0-12-16,0 0 11 15,0 0-5-15,0 0-2 16,0 0-1-16,0 5-3 15,0 4 12-15,-7 3-3 16,-3-4-11-16,2-2 11 16,-1 0 3-16,1-4 0 15,-6 1 1-15,-4-2 4 16,-2-1-5-16,-5 2 1 0,5-2 0 16,3 0 5-16,3 0-6 15,3 0 0-15,4 0 4 16,1-12 32-16,6-5-25 15,0-3-6-15,0 3 29 16,0 1-26-16,9 0 17 16,6 2-25-16,3 2 4 15,4 4-1-15,0 4-3 16,-2 4 0-16,-1 0-16 16,-4 18 13-16,-3 18-2 15,-2 9-3-15,-5 4 8 16,-5 4-8-16,0-3 8 15,-3-4 0-15,-21-5-12 16,-7-4 1-16,-9-8 11 0,-3-10-3 16,3-9 3-16,7-6-4 15,10-4 4-15,8 0 0 16,3 0 16-16,6-4-11 16,2-8 12-16,4 2 9 15,0 0-24-15,0 2 28 16,0 5-30-16,0-3 0 15,0 6-7-15,0 0-36 16,0 0-47-16,4 0-148 16,8 0-280-16</inkml:trace>
  <inkml:trace contextRef="#ctx0" brushRef="#br2" timeOffset="91761.05">22496 3363 586 0,'0'0'256'0,"0"0"-108"16,0 0-18-16,0 0-41 15,0 0-36-15,0 0-53 16,42-13 0-16,-19 44-2 15,1 18 0-15,-1 23 2 0,-4 18 0 16,-5 16 2-16,-14 1-2 16,0-3 0-16,-14 0 0 15,-21-14-5-15,-5-13 13 16,-5-14-8-16,1-19 0 16,0-12-12-16,1-12-52 15,1-12-94-15,8-8-153 16</inkml:trace>
  <inkml:trace contextRef="#ctx0" brushRef="#br2" timeOffset="93072.52">23248 3456 356 0,'0'0'212'0,"0"0"-123"16,0 0 32-16,0 0 0 16,0 0-36-16,0 0 8 15,0-33-60-15,0 31 3 0,0 2 4 16,0 0-28 0,0 0 10-16,0 0-22 0,0 2-11 15,0 24 10 1,0 18-15-16,2 14 16 0,-2 8 2 15,0 2 10-15,0-1-23 16,0-7 11-16,0-12-129 16,0-10-29-16,4-18-218 15</inkml:trace>
  <inkml:trace contextRef="#ctx0" brushRef="#br2" timeOffset="93516.27">23546 3505 478 0,'0'0'225'16,"0"0"-98"-16,0 0-21 16,0 0-36-16,0 0 1 15,0 0-68-15,0-17-3 16,-2 17-6-16,-12 19-9 15,-6 11 15-15,-6 6 0 16,-3 9 2-16,0 8 2 16,2 1 3-16,9 3-7 15,9-8 8-15,9 0-1 16,0-8-5-16,15-4 6 0,12-8-7 16,7-14 13-16,0-9-6 15,-1-6-2-15,-2 0-6 16,-2-18-32-16,-5-14-18 15,-6-10 9-15,-13-11 26 16,-5-12 15-16,0-3 1 16,-13 1 6-16,-10 11 3 15,-2 16-10-15,-4 14 22 16,-4 16-22-16,-7 10-3 16,0 0-5-16,4 8-47 15,7 16-115-15,16-4-98 16,13-4-211-16</inkml:trace>
  <inkml:trace contextRef="#ctx0" brushRef="#br2" timeOffset="94071.32">23860 3437 471 0,'0'0'228'0,"0"0"-93"0,0 0-48 16,0 0-13-16,0 0-29 15,0 0-34 1,0-23-11-16,0 32 0 0,5 17 0 16,-3 8 0-16,-2 10 9 15,2 10-4-15,0 4-5 16,-2 4 4-16,2 3-2 15,-2-7 0-15,0-7-4 16,0-5-35-16,3-12-87 16,-3-15-33-16,0-9-137 15</inkml:trace>
  <inkml:trace contextRef="#ctx0" brushRef="#br2" timeOffset="94490.46">23887 3459 580 0,'0'0'146'0,"0"0"-26"15,0 0-13-15,0 0-60 16,0 0-5-16,0 0-6 16,152-133-33-16,-117 130 9 15,-1 3-12-15,-7 0 0 16,-7 0-1-16,-3 8-6 0,-7 10-8 15,-6 5-2 1,-4 3-5-16,0 6 19 0,0-6-2 16,-18 1 5-16,-13 1-9 15,-7 0 2-15,-7-1 7 16,1-1 0-16,2-9 1 16,8-2 11-16,12-8-12 15,8-3 4-15,10 0-2 16,4-2 6-16,0-2-8 15,0 4 37-15,16 1-4 16,11 8 42-16,4 8-51 16,0 4-21-16,-2 9 0 15,-1 5 1-15,-1-1-8 0,-2-2-39 16,-5-6-87 0,-3-12-89-16,-1-10-271 0</inkml:trace>
  <inkml:trace contextRef="#ctx0" brushRef="#br2" timeOffset="96135">24429 3681 228 0,'0'0'345'15,"0"0"-234"-15,0 0-59 16,0 0-21-16,0 0-6 0,0 0-10 15,36-10 20-15,-34 10-27 16,-2 0-3-16,0 0 25 16,0 0-16-16,0 0 8 15,0 0-19-15,0 0 0 16,0 0 19-16,0 0-14 16,0-4-3-16,0-1 13 15,0-9-10-15,0 1-8 16,0 2 5-16,0 0 3 15,-2 3 50-15,2 2-28 16,-3 4 2-16,3 0 16 16,0 2-47-16,-2 0-2 15,-4 0-10-15,-4 6-2 16,-3 10 6-16,-1 6 7 0,1 2 0 16,3 4-6-16,-2 5 0 15,3-1 6-15,3 4 0 16,1-6 5-16,2-4-10 15,3-2-2-15,0-8-12 16,0-6 17-16,0-6-44 16,14-4 46-16,1 0 17 15,4-6-17-15,-3-12 0 16,-1-6 0-16,1-5-8 16,1 0 0-16,1-3-18 15,0-1 26-15,-5 5-3 16,-2 5 6-16,-2 6 13 15,-4 9-6-15,-3 6 3 16,-2 2 16-16,0 0-29 0,0 0-7 16,0 17-15-16,0 9 22 15,0 3-3-15,0 3 3 16,0 3 0-16,0-5 1 16,0-2 6-16,0-4-7 15,7-2 0-15,4-2 2 16,0-8 9-16,0-8-7 15,0-4-3-15,5 0 16 16,3-4-17-16,4-18-19 16,0-2-11-16,-3-7-13 15,-3 0 11-15,-1-1-13 16,-5 0 40-16,-4 6 5 16,-3 5 5-16,1 11 32 0,-5 9 23 15,2 1-35-15,-2 0-25 16,0 5-6-16,0 19-8 15,0 5 5-15,0 4 9 16,0 2 0-16,0-3 0 16,0-4 3-16,0-3 2 15,0-10-4-15,0-4-1 16,0-4 1-16,5-3-1 16,-1-4-25-16,5 0 8 15,4-14-15-15,7-9-28 16,0-11-22-16,3 1 18 15,-2-4 30-15,0-1 18 0,-5 2 16 16,-3 4 30-16,1 9 31 16,-6 10 39-16,-1 7-1 15,-3 6-39-15,-2 0-2 16,3 0-58-16,0 14 1 16,-1 11 13-16,3 3 3 15,-3 2 7-15,0 0-24 16,3-4 1-16,0-2 3 15,4-2 2-15,0-6-6 16,5-2 7-16,-3-5-4 16,3-8 13-16,-1-1-16 15,5 0-10-15,1-21-3 16,0-6-42-16,0-9 22 0,-3-2 6 16,-7-6 4-16,-3-5 17 15,-2-1 6-15,-6 0 0 16,0 6 35-16,0 12-22 15,0 12 20-15,0 10 6 16,0 6-17-16,0 4 10 16,0 0-32-16,0 0-8 15,0 0 7-15,0 0-24 16,0 17 24-16,0 8-5 16,0 8 12-16,0 13 2 15,0 1-8-15,0 7 0 16,0 0-1-16,0-1 6 15,0-5-5-15,0-8 0 0,0-7 6 16,0-8-8-16,0-7 2 16,0-6 0-16,0-6 2 15,0-4 5-15,0-2-7 16,0 0 8-16,0 0-7 16,0 0 31-16,6-12-3 15,5-10-25-15,0-4 2 16,3-2 1-16,4 0-7 15,3-3 0-15,9-1 2 16,3-2-11-16,2 5 5 16,4 7-13-16,-8 3 11 15,-9 9 10-15,-10 4-4 16,-8 6 0-16,-4 0-10 16,0 0 9-16,0 0-47 0,-2 3 24 15,-17 10 11-15,2 3 19 16,-1-2-6-16,5 1 0 15,1-2 2-15,8 3-4 16,2 1 2-16,2 1 0 16,0 0-4-16,0 2 15 15,12-5-10-15,3 2-1 16,3-5-11-16,-1-4-21 16,6-6-62-16,1-2-88 15,3 0-107-15,-3-13-255 0</inkml:trace>
  <inkml:trace contextRef="#ctx0" brushRef="#br2" timeOffset="96456.39">25786 3612 433 0,'0'0'281'16,"0"0"-100"-16,0 0-71 16,0 0-55-16,0 0-25 15,0 0-30-15,5-52-2 16,-5 52-2-16,0 0 4 15,2 0-6-15,-2 9 11 16,0 7-5-16,0 3 18 16,5 4-6-16,3 5 23 15,11 2-16-15,7 2-18 16,3-2 35-16,3-6-35 0,-9-7 3 16,-7-9-3-16,-9-4-1 15,-7-4 0-15,0 0-5 16,-2 0-2-16,-27 0 7 15,-9 0 5-15,-14 0 4 16,-6-7-9-16,0 3-1 16,0 3-30-16,8-3-136 15,14 2-220-15</inkml:trace>
  <inkml:trace contextRef="#ctx0" brushRef="#br2" timeOffset="96930.78">24079 4142 282 0,'0'0'272'16,"0"0"-133"-16,0 0-28 16,0 0-15-16,0 0 13 15,0 0 67-15,-100 0-131 0,187 0-35 16,17 0-7-16,8 0 6 16,15 0-9-16,16-3 0 15,17-5 2-15,20-6-2 16,16-4 5-1,-3 0-5-15,-22 1 0 0,-37 5 5 16,-45 5-12-16,-35 4 6 16,-28 2-10-16,-12 1 2 15,-10 0 9-15,-4 0-13 16,0 0 11-16,0 0-29 16,0 0 29-16,0 0 1 15,2 0-25-15,2 0-7 0,6 0-31 16,-3 0 0-1,1-3-17-15,1-1-77 0,-2-5-91 16,0 0-165-16</inkml:trace>
  <inkml:trace contextRef="#ctx0" brushRef="#br2" timeOffset="97441.49">25970 3432 142 0,'0'0'246'16,"0"0"-93"-16,0 0-22 0,0 0-20 15,0 0-49 1,0 0-6-16,0-15 22 0,0 15-32 16,0 0 10-16,0 0 9 15,0 0-37-15,0 0-27 16,0 13-1-16,-16 22 0 16,-16 14 0-16,-10 18 2 15,-13 7-2-15,-3 6 0 16,-3-1-55-16,5-7-36 15,7-8-52-15,11-10-60 16,9-8-42-16,14-9-13 16,6-10 76-16</inkml:trace>
  <inkml:trace contextRef="#ctx0" brushRef="#br2" timeOffset="101734.56">19478 2689 179 0,'0'0'254'15,"0"0"-170"-15,0 0-19 0,0 0 34 16,0 0-10-16,0 0 8 16,0 0-19-16,-47 0-43 15,45 0 18-15,0 0-6 16,2 0 2-16,0 0 21 16,0 0-49-16,0 0 8 15,0 0-6-15,15 0-16 16,28 0-1-16,28 0-6 15,24 0 12-15,19 0-3 16,7-4 6-16,-1-1-15 16,-10-2 0-16,-12 1 3 15,-23-1-12-15,-19 4 6 16,-25 1 3-16,-15 0-10 0,-12 0 10 16,-4 2 0-16,0 0 3 15,0 0 1-15,0 0 29 16,0 0-20-16,0 0-6 15,0 0 15-15,0-3-13 16,0 3-9-16,0 0 0 16,0 0 4-16,0 0-16 15,-2 0 6-15,-4 0-56 16,-10 0-32-16,-5 3-166 16,0 5-123-16</inkml:trace>
  <inkml:trace contextRef="#ctx0" brushRef="#br2" timeOffset="104105.48">28882 3345 145 0,'0'0'131'16,"0"0"-13"-16,0 0-25 16,0 0-14-16,0 0-17 15,0 0 9-15,10-11-18 16,-6 11-31-16,-4 0 13 15,2 0-3-15,-2 0 1 16,0 0 17-16,0 0-34 16,0-1 14-16,0 1-3 15,0 0-20-15,0 0 20 16,0 0-27-16,0 0 3 0,0 0-8 16,0 0 5-16,0 0 0 15,-8 1-4-15,-8 20 10 16,-4 6-1-16,2 14-5 15,2 3 0-15,5 6 7 16,7 0 2-16,4 0-9 16,0-1 12-16,13-12-11 15,16-2 21-15,4-14-20 16,8-10 1-16,-1-10 32 16,2-1-19-16,-2-9 8 15,-8-19-11-15,-6-8-3 16,-6-9-2-16,-8-1-4 0,-8-1-4 15,-4 7 29 1,0 5-27-16,-7 3-2 16,-15 6 0-16,-7 6-23 0,-2 5 4 15,-7 12-42-15,-1 3-63 16,4 0-49-16,6 11-245 16</inkml:trace>
  <inkml:trace contextRef="#ctx0" brushRef="#br2" timeOffset="105265.55">29054 3409 150 0,'0'0'87'0,"0"0"-14"16,0 0 17-16,0 0-32 16,0 0 33-16,0 0-21 15,0-68-18-15,-6 60 39 16,-8-1-45-16,-8 4-37 16,-13 2-9-16,-13 3-31 15,-5 0-141-15,-3 0-182 16</inkml:trace>
  <inkml:trace contextRef="#ctx0" brushRef="#br2" timeOffset="106918.46">29104 4013 302 0,'0'0'126'0,"0"0"-32"15,0 0 13-15,0 0-36 16,0 0 17-16,0 0-39 16,0 0-6-16,0 0-3 15,0 0-29-15,-3 0 18 0,-1 0-18 16,-5 0-9-1,-4 0 11-15,-8 0-10 0,-4 0-3 16,-1 5 0-16,-6 9 5 16,1 4-5-16,-2 8 0 15,0 8 0-15,1 5 21 16,10 1-20-16,7 2 9 16,13 0-5-16,2-2 0 15,0-2 18-15,31-6-13 16,6-6-2-16,13-5 16 15,-2-14-15-15,0-7 6 16,-4 0-5-16,-1-16-8 16,-8-16-4-16,-4-10-20 15,-12-9 22-15,-17-2-9 16,-2-1 9-16,-12 4-2 0,-19 6-7 16,-5 11-14-16,-1 13 22 15,-9 10-34-15,0 10-52 16,-1 0-25-16,3 10-96 15,10 14-101-15,16 2 48 16</inkml:trace>
  <inkml:trace contextRef="#ctx0" brushRef="#br2" timeOffset="107788.12">26529 2344 263 0,'0'0'176'0,"0"0"-66"16,0 0 11-16,0 0-7 15,0 0-29-15,0 0 15 0,-65-30-29 16,65 30-25-16,17 0-21 15,22 0-3-15,14 0-22 16,7-2 22-16,2 0-20 16,-4-3 3-16,-6 5-5 15,-8-3 12-15,-3 1-19 16,-12 0 7-16,-6 2-43 16,-13 0 27-16,-5 0-41 15,-5 0-20-15,0 0-84 16,-11 0-43-16,-20 2-3 0,-12 12 25 15,-6 2-21 1</inkml:trace>
  <inkml:trace contextRef="#ctx0" brushRef="#br2" timeOffset="107955.09">26571 2404 55 0,'0'0'156'16,"0"0"31"-16,0 0 34 16,0 0-60-16,0 0-56 15,0 0-44-15,89 5-18 16,-35-5-34-16,-1 0 2 15,3 0-6-15,-3 0-10 16,-4 0-32-16,-9 0-85 16,-11 0-90-16,-17 0-67 15,-12 0-42-15</inkml:trace>
  <inkml:trace contextRef="#ctx0" brushRef="#br2" timeOffset="109914.12">29214 5458 214 0,'0'0'119'0,"0"0"-65"15,0 0 14-15,0 0-1 16,0 0-29-16,0 0 0 16,0-56-9-16,0 44 0 15,0-3 18-15,0 3-21 16,0-2 36-16,-4 2-10 16,-5 4-22-16,-1 1 12 0,-4 1-29 15,1 4-10-15,-1 2 17 16,-1 0-12-16,-1 0-8 15,-2 6 7-15,-2 11-1 16,0 9 15-16,0-1-9 16,0 3-6-16,5-2 25 15,3-1-28-15,8 2 4 16,4-5 6-16,0-1-10 16,0-6 13-16,4-1-14 15,10-4-2-15,-3-3 8 16,-1-6-8-16,4-1-4 15,-3 0 4-15,3-1-19 0,-1-16 16 16,0-3-17-16,3-1 3 16,-3-4 12-16,1 4-18 15,-1-2 23-15,-3 5-2 16,0 1 5-16,-1 5-6 16,-3 7 3-16,0 1 0 15,-4 4 2-15,-2 0-1 16,0 0-2-16,0 0 0 15,0 2-12-15,0 14 13 16,0 8 2-16,0 6 5 16,0 6 28-16,0 2-34 15,0 2 8-15,0 1-4 16,2-9 4-16,2-2-3 16,3-10-6-16,-1-5 0 0,2-6 1 15,-4-4-1-15,0-5-40 16,3 0-43-16,1 0-88 15,4-23-234-15</inkml:trace>
  <inkml:trace contextRef="#ctx0" brushRef="#br2" timeOffset="110553.56">28582 3326 331 0,'0'0'264'16,"0"0"-224"-16,0 0-40 15,0 0-5-15,0 0-3 16,0 0 2-16,0 0-25 15,-47 29-27-15,36-10-53 16,-5 5-98-16</inkml:trace>
  <inkml:trace contextRef="#ctx0" brushRef="#br2" timeOffset="110723.57">28488 4131 130 0,'0'0'55'0,"0"0"26"16,0 0-43-16,0 0-34 15,0 0-4-15,0 0-28 16,0 86-96-16</inkml:trace>
  <inkml:trace contextRef="#ctx0" brushRef="#br2" timeOffset="124445.14">22371 9601 0 0,'0'0'25'0,"0"0"30"0,0 0 13 16,0 0 3-1,0 0 24-15,0 0-50 0,0 0-17 16,0 0-7-16,0 0-21 15,7 0 8-15,5 0-5 16,1 0 1-16,-1 0 3 16,7 0-3-16,-1 0-4 15,1 0 0-15,4 0 11 16,2 0-11-16,-1 0 1 16,5 0 5-16,3 0 4 15,-1 0-6-15,4 0-2 16,5 2 2-16,0 0 4 15,3 0-4-15,-1 1-4 16,1-3 0-16,-1 0 2 0,0 0-2 16,3 0 0-16,4 0 0 15,2 0 7-15,0 0-7 16,1 0 0-16,-2 0 2 16,-2 0 0-16,-4 0 0 15,-1 0-2-15,-6 0 0 16,1 0 5-16,0-5-5 15,3 3 1-15,-2-2 0 16,6 2 28-16,2-2-16 16,0 1-6-16,-1 2-6 15,4-1 10-15,-4 2-11 16,3 0 0-16,1 0 5 16,0 0 12-16,0 0-12 15,1 0 2-15,-2-2-1 16,0 0 3-16,-2 0-6 0,2-1-3 15,0 3 2-15,0 0 1 16,5 0 0-16,-1 0-3 16,3 0 0-16,-1 0 3 15,3 7-3-15,-2-2 0 16,0 0 3-16,0-3 6 16,0 0-3-16,-1 0-6 15,0-2 0-15,1 2 4 16,0-2-4-16,2 0 0 15,3 0 1-15,1 0 6 0,-2 0-4 16,0 0-3 0,-4 0 0-16,0 0 6 0,-3 0-6 15,1 0 0 1,-1 0 1-16,3 0 0 0,2 0 1 16,-1 0-2-16,4 0 0 15,-3 0 4-15,-3 0-5 16,1 0 1-16,-2 0 0 15,2 0 1-15,-3 0 2 16,5 0-3-16,2 0 0 16,4 0 8-16,4-4-8 15,3 4 0-15,4 0 0 16,4 0 1-16,4 0 2 16,4 0-3-16,4 0 0 15,5 0 4-15,-1 0-4 0,-1 0 0 16,0 0 2-16,-5-2-5 15,4 2 6-15,3 0-3 16,3 0 0-16,-3 0 1 16,-7 0-4-16,-5 0 3 15,1 0 0-15,0 0-4 16,4 0 5-16,2-4-1 16,5 0 0-16,4 0 7 15,5-3-7-15,0 4 0 16,2-3 1-16,-3 1 35 15,-8-2-28-15,-5 2 9 16,-10 5-17-16,-21 0-14 0,-24 0-79 16,-25 0-355-16</inkml:trace>
  <inkml:trace contextRef="#ctx0" brushRef="#br2" timeOffset="126467.59">22373 7045 22 0,'0'0'97'0,"0"0"-6"15,0 0-50-15,0 0 26 0,0 0-8 16,0 0 35-16,0 0-18 16,7-55-36-16,-7 53 19 15,0 0-32-15,0 2 1 16,0 0 14-16,0 0-38 16,0 0 10-1,0 0 0-15,2 0-13 0,-2 0 17 16,0 0-18-16,0 0 0 15,0 0-10-15,0 4 12 16,0 14-2-16,0 5 1 16,0 3 3-16,0 3 15 15,0 3-19-15,0 7 0 16,0-1 20-16,0 2-13 16,0 2 6-16,0-3-2 15,0 2-9-15,0-3 15 0,0-1-17 16,0-4 0-16,2-1 1 15,-2 0 6-15,0 3-7 16,0-2 1-16,0 2 6 16,0 1 11-16,0 2-18 15,0-2 0-15,0 3 7 16,0-4-1-16,0 2-6 16,0-2 0-16,0-2 3 15,0-4-2-15,-2 4-1 16,2-1 0-16,0 4-3 15,0-2 20-15,0 5-17 16,0-4 2-16,0 1 4 0,0-2 10 16,0-6-16-16,2 3 0 15,0-5-2-15,4 0 12 16,-6 2-10-16,0 2 0 16,0-2 5-16,0 2-6 15,0 0 1-15,0 0 0 16,0 0-4-16,0 0 12 15,0 2-8-15,4 0 0 16,0 1 3-16,1-1-1 16,-1-2-2-16,-2-2 0 15,2-2 0-15,0-1 3 16,-4 0-3-16,2-1 0 16,-2-1 2-16,0 4-5 0,2-3 3 15,0 0 0-15,0 0 0 16,0-3 4-16,1-2-4 15,-1-1 0-15,0 3 0 16,-2-2 0-16,0-1 0 16,0 3 0-16,0-3-1 15,0-1 3-15,0 0-2 16,0-2 0-16,0 2 3 16,2-1-5-16,0 0 2 15,2-5 0-15,-1 6-2 16,2-2 4-16,-1-3-2 15,-2 0 0-15,-2-3 3 0,0 1-4 16,0 0 1 0,0 0 0-16,0 2-2 0,0-3 6 15,0-2-4-15,0 3 0 16,0-2 1-16,0 2-1 16,0 3 0-16,0-3 0 15,0 2-1-15,0-1 2 16,0 1-1-16,0 1 0 15,0-1 1-15,0-2-3 16,0-2 3-16,0-1-1 16,0 0 0-16,0-2-42 15,0 6-31-15,0-1-99 16,0 0-195-16</inkml:trace>
  <inkml:trace contextRef="#ctx0" brushRef="#br2" timeOffset="127877.29">22788 9968 0 0,'0'0'86'0,"0"0"-50"15,0 0-3-15,0 0 18 16,0 0-3-16,0 0-9 0,5-50 25 16,-3 42-55-16,2 0 41 15,-2 1 26-15,-2 2-56 16,3-2 50-16,-3 5-3 16,0 2-7-16,0-3 14 15,0 3-48-15,0 0 8 16,0 0-34-16,0 0 2 15,0 0-9-15,0 0 4 16,-7 0 3-16,-6 5 18 16,-3 10-10-16,1 1-6 15,-3 6 15-15,-1 2-14 16,4 1 25-16,4 1-19 16,2-1-5-16,5 1 31 0,2 1-32 15,2-1 6 1,0-5 2-16,0 2-4 0,18-4 11 15,-1-4-18-15,3-3 0 16,3-5 12-16,-4-4 3 16,2-3-13-16,-1 0-2 15,0 0-2-15,0-7-2 16,-3-11 4-16,4-4-2 16,-5-4-10-16,-1 1 2 15,-7-3 10-15,0-1 0 16,-6 1 3-16,-2 2-15 15,0 5 12-15,0 6 0 0,0 3-14 16,-4 5 1 0,-10 6 0-16,-7 1 2 0,0 0 2 15,-8 0-1 1,0 6-19-16,-2 3-52 0,6 2 9 16,5-2-104-16,13-2-30 15,7-2-9-15</inkml:trace>
  <inkml:trace contextRef="#ctx0" brushRef="#br2" timeOffset="128593.51">23904 9927 17 0,'0'0'77'0,"0"0"21"15,0 0-29-15,0 0 23 16,0 0 13-16,0 0-49 15,-2-20 15-15,2 17 0 16,0 1-32-16,0-2 14 16,0 4-10-16,0 0-13 15,0 0 20-15,0 0-45 16,0 0-2-16,0 0-3 16,0 0-6-16,0 12 6 15,0 8 7-15,0 6 8 16,2 3 5-16,4 4-7 15,-4 4-13-15,0-3 0 16,0-1 6-16,0-3-2 16,1 0-4-16,-3-2-9 0,0-5-37 15,2-7-129-15,2-11-94 16</inkml:trace>
  <inkml:trace contextRef="#ctx0" brushRef="#br2" timeOffset="129665.23">25162 9956 126 0,'0'0'49'0,"0"0"-31"16,0 0-5-16,0 0-8 16,0 0 13-16,0 0 25 15,0 0 8-15,0 0 23 16,-2 0-5-16,-4 0-17 16,-2 0-4-16,6-5-11 15,0 4 16-15,2-1 0 16,0-5-5-16,0 0 15 15,0-3-57-15,12-2 4 0,7-2-10 16,4 6-11 0,-1-1 11-16,0 6-18 0,-2 3 10 15,3 0 5-15,-3 0 4 16,-5 0-1-16,1 3 0 16,-9 14-8-16,-3-1 1 15,-4 2-5-15,0 0 12 16,0 4 0-16,-11-2 2 15,-7 2 12-15,-5 0 17 16,2-1-30-16,-2-2 18 16,-1-1-15-16,3-4 0 15,2-2 19-15,1-1-22 16,5-4 3-16,1-1 12 16,8 0-7-16,1-4-2 15,3-2-1-15,0 0-5 0,0 2 58 16,7 0-42-16,15-2 35 15,10 0-5-15,1 0-39 16,2 0 9-16,1 0-17 16,-5 0 2-16,-4 0 3 15,-7 0-5-15,-1 0 0 16,-6 0 0-16,-5-2-7 16,-2 0 7-16,-4 2-6 15,-2-2-8-15,0 2 3 16,0 0-54-16,0 0-27 15,0 0-76-15,0 0-245 16</inkml:trace>
  <inkml:trace contextRef="#ctx0" brushRef="#br2" timeOffset="130811.53">26618 10038 495 0,'0'0'273'16,"0"0"-125"-16,0 0-39 16,0 0-60-16,0 0-38 15,0 0 1-15,0-6-12 16,0 6-15-16,0 0 2 15,0 0-71-15,0 0-10 16,0 2-33-16,0 4-76 0,0-3-157 16</inkml:trace>
  <inkml:trace contextRef="#ctx0" brushRef="#br2" timeOffset="131227.3">27309 9968 561 0,'0'0'247'0,"0"0"-100"15,0 0-55-15,0 0-5 16,0 0-66-16,0 0-2 0,38-34-14 15,-36 34 3 1,-2 0-1-16,0 0-7 16,0 0-6-16,2 0-5 15,0 0-124-15,3 5 4 0,1 7-91 16,2-3-239-16</inkml:trace>
  <inkml:trace contextRef="#ctx0" brushRef="#br2" timeOffset="131577.52">27947 9980 659 0,'0'0'217'15,"0"0"-122"-15,0 0-60 0,0 0-32 16,0 0-6 0,0 0-87-16,2-6-221 0,0 6-291 15</inkml:trace>
  <inkml:trace contextRef="#ctx0" brushRef="#br2" timeOffset="132608.33">29362 9784 5 0,'0'0'209'0,"0"0"-49"16,0 0-39-16,0 0-77 16,0 0-24-16,0 0-12 15,2 19 10-15,-17 3 16 16,-3-1-30-16,-7-2 22 16,-1-3 3-16,-1-4-19 15,0-1 43-15,-2-8-37 16,4 0 7-16,1-3 6 15,4 0-26-15,2 0 5 0,7-10-3 16,4-4 2-16,5-3 26 16,2-3-33-16,0 1 7 15,4-1-6-15,16 3 15 16,1 1-22-16,4 4 6 16,4 4 0-16,-6 4 44 15,4 4-42-15,-4 0 1 16,-3 3-3-16,-3 16 8 15,-1 9-10-15,-7 4 2 16,-9 7 0-16,0 1 24 16,0-1-18-16,-20 0-6 15,-7-3 8-15,-7-4 1 16,-1-3-2-16,2-5 4 16,-3-5-8-16,3-4 33 15,4-3-35-15,4-7 7 0,7-1 1 16,7-4 5-16,7 0-3 15,2 0 40-15,-1 0-3 16,1 0 9-16,0 0-57 16,-2 0 0-16,-2 0 0 15,-2 0-57-15,-5 0-74 16,-3 5-98-16,-1 0-270 16</inkml:trace>
  <inkml:trace contextRef="#ctx0" brushRef="#br2" timeOffset="135947.41">22728 8133 1 0,'0'0'54'0,"0"0"-15"0,0 0 12 15,0 0 21-15,0 0-16 16,0 0-5-16,0-6-22 16,0 6 2-16,0 0 8 15,0 0-28-15,0 0 16 16,0 0 7-16,0-3 5 15,0 3 25-15,0 0-35 16,0 0-7-16,0 0 8 16,0 0-25-16,0 0 14 15,0 0-8-15,0 0-8 16,0 0 0-16,0 0-3 16,0 0 0-16,0 21-3 15,0 5 9-15,0 4-3 0,0 7 1 16,0-1-4-16,0 1 14 15,0 1-14-15,0 3 0 16,0-4 0-16,0 4 3 16,-2-3-3-16,-2 2 4 15,4 4-1-15,-3-2 19 16,3 4-18-16,0 2-4 16,0 1 7-16,0 1 3 15,0-1-8-15,-5-4-1 16,1 0 3-16,0-7 8 15,-3-2-11-15,3-5 5 16,2 1 8-16,-1-2-7 16,3-1 2-16,0 0 5 0,-3-3-14 15,3 3 16-15,0-1-16 16,-2 0 0-16,0-2 4 16,2-1 5-16,-2-2-9 15,2 0 1-15,0-4-1 16,0 0 30-16,0-4-28 15,0 0 5-15,0-6-7 16,0 0 5-16,0-3-5 16,0-1 0-16,0 2 5 15,0 0-3-15,0 2-2 16,0-1 0-16,0-1-2 16,0-2 5-16,0-3-3 15,0 0 0-15,0-2 2 16,0 0 5-16,0 0 0 0,0 0-7 15,0 0 0 1,0 0-18-16,0 0-24 0,0-12-83 16,9-11-84-16,0-14-174 15</inkml:trace>
  <inkml:trace contextRef="#ctx0" brushRef="#br2" timeOffset="137029.27">22683 8136 97 0,'0'0'117'16,"0"0"-13"-16,0 0-6 15,0 0-21-15,0 0-58 16,0 0 18-16,41 0 3 16,-17-3-16-16,-2-3-4 15,3-2-16-15,0 0 0 16,-4 0 12-16,2 0-10 0,-7 2 1 15,-8 0 7 1,1 4-14-16,-7 2 15 16,0 0-15-16,-2 0-1 0,0 0-4 15,0 0-12-15,0 0 11 16,0 0 6-16,0 0 0 16,4 14 2-16,-2 4 19 15,0 5-3-15,0 2 5 16,0 5-20-16,2 2 11 15,1 2-6-15,-3 2-7 16,0 0 10-16,0 4-6 16,-2 1-5-16,0 2 15 15,0 3-13-15,0-2 10 16,0-1-12-16,0 3 3 16,0-2 12-16,0 2-14 0,0 2 5 15,0-7 3-15,0 1-1 16,0 0-3-16,0-5-2 15,0 4 3 1,-2-3 14-16,2-1-19 0,-2-2 7 16,2 0-1-16,0-3 1 15,0 0-3-15,0-4-5 16,0 2 5-16,0-4 1 16,0 1-2-16,-4-1-4 15,-1-3 0-15,1 2 11 16,-2-2-9-16,0 0 2 15,2 0-1-15,2 1 21 16,2 1-21-16,0-2 2 0,0-2-4 16,0-1 11-16,0-5-14 15,0-1 2-15,0-2 0 16,0 1 3-16,0-6 3 16,0 5-6-16,0-5 4 15,0 0 7-15,0-2-6 16,0 1-5-16,0-2 2 15,0-2 6-15,2 1-3 16,0-3-5-16,-2 0 15 16,2 0-12-16,-2 0 20 15,0 0-22-15,0 0 5 16,0 0 7-16,0 0-7 16,0 0-6-16,0 0 0 15,0 0-32-15,0 0 9 0,-2-5-69 16,-4-13-132-16,1-5-337 15</inkml:trace>
  <inkml:trace contextRef="#ctx0" brushRef="#br2" timeOffset="139055.29">23694 7703 5 0,'0'0'19'16,"0"0"-13"-16,0 0 1 15,0 0 18-15,0 0 4 16,0 0-2-16,0-9 11 16,0 9-21-16,0 0-6 15,0 0-3-15,0 0-2 0,0 0-6 16,0-3 2-16,-3 2 2 15,0 0 5-15,3-2 2 16,0 0 21-16,0 3 6 16,0 0-9-16,0 0 9 15,0 0-14-15,0 0-11 16,0 0 17-16,0-1-19 16,0 1 10-16,0 0 21 15,0 0-24-15,0-2 10 16,0-1-20-16,0 0-8 0,0 0 22 15,-2 2-22 1,2 1 0-16,0 0 9 0,0 0 0 16,0 0-2-1,0 0 9-15,0 0-14 0,0-2 27 16,-2 2-21-16,2-4 0 16,-2 2 2-16,0-3-8 15,0 0-2-15,-1-2 0 16,1 0 6-16,0 0 1 15,2-4-7-15,-2 2 0 16,2 2 1-16,0-1 5 16,0-1-6-16,0 1 2 15,0-4 4-15,0-2 8 16,0-1-13-16,0 1 1 16,0-3 16-16,0 2-12 15,0 4-6-15,-2 1 0 0,2 6 2 16,0 2 29-16,0 2-31 15,0 0 2-15,0 0-13 16,0 6 9-16,0 15 2 16,0 8 13-16,0 6-10 15,0 5 11-15,0 2-14 16,0 6 0-16,4 6 1 16,-2 4 4-16,-2 4-5 15,0 1 0-15,2 3 4 16,-2 2-2-16,3 4-2 15,-3 2 0-15,0-3-6 0,0-5 11 16,0-6-5-16,0-2 1 16,2-5 3-16,-2 2 14 15,4-3-12-15,-2 3 3 16,3-4 12-16,-2 0-13 16,-1-3-8-16,2-4 0 15,-4-2 9-15,2-2-7 16,0-4-2-16,1-4 0 15,-3 1-5-15,0-5 13 16,0-2-8-16,0 1 0 16,0-6 0-16,0 3 7 15,0-2-7-15,0 2 0 16,0-2 11-16,0-2-1 16,0-2-10-16,0-2 2 15,0-2 5-15,0-4 10 0,0-2-17 16,0 1 0-16,0-4 14 15,0-1-4-15,0 1-9 16,0-4 0-16,0 1 5 16,0 0 5-16,0-2-11 15,0 0 0-15,0 0 13 16,0 0-2-16,0 0-11 16,0 0 3-16,0 0 5 15,0 0-2-15,0 0-6 16,0 0 0-16,0 0-1 0,0 0 1 15,0 0 0 1,2 0-21-16,4 0-23 0,1 0 33 16,0 0-17-16,-3 0 28 15,-4 0-13-15,3 0 16 16,-3 0-7-16,0 0 1 16,0 0-23-16,0 9 26 15,0 1 2-15,4-1 0 16,0-3 9-16,-2-1-2 15,3-3-7-15,-5-2 9 16,0 0-10-16,0 0 27 16,0 0-28-16,0 0 0 15,0 0-2-15,0 0-44 16,0 0-23-16,0 0-10 16,0 0 1-16,-5 0 27 0,3 0 12 15,0 0 35 1,2 0-4-16,0 0 16 0,0 0 0 15,0 0 38 1,0 0-7-16,0 0 14 0,0 0-39 16,0 0-10-16,0 0-4 15,0 0-11-15,0 0-12 16,0 0-27-16,0 0-17 16,0 0 47-16,0 0-12 15,0 0 11-15,0 0 14 16,-2 0-23-16,0 0 15 15,0 0 2-15,-3 0-77 0,5 0-11 16,-2-14-98 0</inkml:trace>
  <inkml:trace contextRef="#ctx0" brushRef="#br2" timeOffset="140327.26">23754 7521 35 0,'0'0'81'0,"0"0"-27"0,0 0 32 16,0 0-27-16,0 0 9 16,0 0-18-16,-21 0-8 15,21 0 17-15,0 0-39 16,11 0 29-16,5 0 48 15,4 0-64-15,-2-1-14 16,2-8-8-16,-5 4-2 16,2-4-9-16,-4 4 0 15,0-2 3-15,-4 1-2 16,-2 2 3-16,-1 0-4 16,-6 4 0-16,0 0 2 0,0 0-9 15,0 0-1-15,0 0 5 16,0 0-1-16,0 0 7 15,0 0-3-15,0 0 0 16,0 0 2-16,0 0-2 16,2 0 0-16,-2 0 3 15,2 0-9-15,-2 0 15 16,2 0-9-16,2 0 0 16,-2 0-2-16,0 0 2 15,0 7-2-15,0 7-8 16,-2 4 10-16,0 4 4 15,0 2 2-15,0 6 2 0,0 2 0 16,0 4-6-16,0 6 1 16,0 2 3-16,0 4 8 15,0 3-11-15,0 0 1 16,0 2 7-16,0 3-3 16,0 6 0-16,0 4 2 15,0 2-7-15,0 0 27 16,0-2-27-16,0-5 7 15,0-7 9-15,0-1-11 16,0-4 2-16,0 1-3 16,0 3-4-16,0 3 28 15,0-3-29-15,0 0 11 16,0-4-6-16,0-6 3 0,0-2-9 16,2-2-1-1,3 0 3-15,-3-5 24 0,0 0-26 16,0 0 7-16,0-1 16 15,1 1-23-15,-3-1 24 16,0-3-25-16,0-2 4 16,0-3 18-16,0-2-19 15,0-2-3-15,0-4 1 16,3 1 13-16,-1 2-12 16,0 0-2-16,2 2 3 15,1 1 10-15,-1-4-9 16,0 2-4-16,1-3 3 0,-5-6 11 15,2-4-14 1,-2-5 0-16,0 0 0 0,0-3 3 16,0 0 3-1,0 0-6-15,0 0 0 0,0 0 9 16,0 0-12-16,0 0 3 16,0 0 0-16,0 0 3 15,0 0 4-15,3 0-7 16,-3 0 0-16,0 0 13 15,0 0-28-15,2 0 10 16,-2 0-69-16,0-8-5 16,0-7-107-16,0 0-45 15,-10-5-179-15</inkml:trace>
  <inkml:trace contextRef="#ctx0" brushRef="#br2" timeOffset="140706.04">23704 9284 38 0,'0'0'9'16,"0"0"8"-16,0 0-11 15,0 0 19-15,0 0 14 16,0 0 11-16,-10-32 54 15,10 27 30-15,0 0-10 0,0 1 14 16,0 1-70 0,0 3 23-16,0 0-18 0,4 0-51 15,-2 0 2-15,2 21-17 16,1 7-6-16,-5 7 24 16,0 4-19-16,0 3 7 15,0 1-3-15,-2-7-5 16,-3-7 6-16,3-8-11 15,2-11 0-15,0-10 13 16,2 0-13-16,21-2-14 16,6-22-83-16,-1-8-178 15,1-6-174-15</inkml:trace>
  <inkml:trace contextRef="#ctx0" brushRef="#br2" timeOffset="142577.54">24821 8214 19 0,'0'0'17'0,"0"0"-12"0,0 0 11 15,0 0-13-15,0 0 6 16,0 0 21-16,13-13 25 16,-10 7 10-16,-3 2 31 15,0-2 2-15,2 3-13 16,-2 0-31-16,0 1-12 16,0 0 21-16,0 2-42 15,0 0 7-15,0 0-3 16,0 0-12-16,0 0 21 15,2 0-32-15,-2 0 0 0,0 0 24 16,0 0-23-16,0 0 16 16,0 0-19-16,0 4 7 15,4 22 14-15,-1 11 1 16,0 7-19-16,1 3 7 16,-4 6 0-16,2-3-10 15,0 2 0-15,0-2 4 16,0 2 15-16,-2-2-18 15,0 0 6-15,0 3 7 16,0-2 0-16,3 0-10 16,-1-1 10-16,0-4-14 15,2-2 26-15,2-5-25 16,-2-3-1-16,0-4 6 16,0-2 1-16,-1 0-7 15,-1 2 0-15,-2-2 3 0,0 5 5 16,0-6-3-16,0 0-3 15,0 0 14-15,0-7-9 16,0-2 2-16,0-1-7 16,0-7 5-16,0 0 2 15,0-5-9-15,0-3 0 16,0 3 1-16,0-3 7 16,0 1-8-16,0 4 0 15,0-1 4-15,0 6-4 16,0 1 0-16,0 4 0 0,0-1-4 15,0 0 10 1,0-6-6-16,2 0 0 16,-2-4 8-16,2-4 2 0,-2-2-9 15,0 0-1-15,0-2 4 16,0 0 6-16,0 0-10 16,0 0 0-16,2 0 3 15,-2 0 19-15,0 0-21 16,2 0 4-16,-2 0-5 15,4 0-17-15,-2-2-13 16,-2-7-30-16,0-8-31 16,0-3-46-16,0-10-110 15,2-7-119-15</inkml:trace>
  <inkml:trace contextRef="#ctx0" brushRef="#br2" timeOffset="143630.23">24843 8187 26 0,'0'0'103'16,"0"0"32"-16,0 0-21 16,0 0-12-16,0 0-16 15,0 0-33-15,0 0 2 0,-2-2-38 16,18 2 15 0,3 0 31-16,2 0-46 15,3 0 4-15,-1 0 3 0,4 0-20 16,-6-3 7-16,2-4-11 15,-3 0 1-15,-4 2 6 16,-3 1-5-16,-6 1-2 16,-3 0 0-16,-4 1 0 15,0 2-2-15,0 0 2 16,0 0 0-16,0 0 2 16,0 0-2-16,0 0 0 15,0 0 19-15,0 0-16 16,0 0 26-16,0 0-22 0,0 0-1 15,0 0-12 1,0 6 5-16,0 16 1 0,0 7 6 16,0 10 8-1,0 2-12-15,0 0 2 0,0 4 0 16,0-1 17-16,5 0-17 16,-3 5 0-16,0-3 2 15,-2 0 1-15,0 3-3 16,0-3 1-16,0 0-3 15,0 1 18-15,0-1-15 16,2-2-5-16,0 0 1 16,1-2 11-16,-1 1-11 15,1-3 1-15,-1 0 2 16,0 1 21-16,0-6-24 16,-2-3 8-16,0 0-6 0,0-1 7 15,2-4-10 1,0-1 0-16,1-1 5 0,-1 1 1 15,2-5 1-15,-2 2-7 16,4-4 8-16,-4-1 3 16,0-4-9-16,0 5-2 15,2-1 3-15,-2 0 11 16,1-1-12-16,1 3-2 16,-2-1 4-16,2-1 8 15,0 3-12-15,-2-7 0 16,-2 5 3-16,2-5 6 15,0 0-6-15,0-3-3 0,-2-2 0 16,2 1 7 0,0-6-7-16,-2 0 0 0,3-4 0 15,-3 0 6-15,4 0-3 16,6 0-6-16,-2 0-25 16,5-15-98-16,1-6-28 15,-3-5-187-15</inkml:trace>
  <inkml:trace contextRef="#ctx0" brushRef="#br2" timeOffset="145180.25">28417 6825 80 0,'0'0'27'0,"0"0"22"16,0 0-13-16,0 0-6 16,0 0 2-16,0 0-13 0,-2-32 39 15,2 28-5 1,0 3 18-16,0 1 6 0,0 0-17 15,0 0-32-15,0 0-5 16,0 0-17-16,0 0-3 16,0 0-3-16,0 3 5 15,0 20 12-15,-5 7 15 16,1 6-12-16,-3 8 22 16,2 4-38-16,-4 5 15 15,3 6 1-15,-3 3-10 16,0 7 32-16,2 3-27 15,-1 1-3-15,-4 0 18 16,5 4-22-16,-1-4 1 0,-1 4 11 16,0-2-18-16,2-2 24 15,1 0-25-15,1-4 4 16,3 1 28-16,-2-7-32 16,1-1 11-16,-2-2-9 15,1 5 0-15,2-6 15 16,-2 2-18-16,4-5 0 15,-3-3 5-15,-1-2 4 16,2 0-9-16,0-2 9 16,-3 1-9-16,2 1 27 15,3-1-27-15,-2 0 0 16,2 0 11-16,0-4-1 16,0-1-10-16,0-3 2 0,0-5 3 15,0-2 7-15,-4-1-12 16,4-2 0-16,0-1 3 15,0-2 3 1,0 0-6-16,0-2 0 0,0 4 2 16,0-6 0-16,0 3-2 15,0-1 0-15,0-1-4 16,0-3 11-16,0 5-7 16,0 2 0-16,0-4 5 15,0 3-3-15,0-3-2 16,0-3 0-16,0-2 3 15,0-1 4-15,0-6-7 0,0-4 0 16,0 0 3 0,0-6-1-16,0 1-2 0,0-2 0 15,0-1-2-15,0-2 7 16,0 2-5-16,0-2 0 16,0 0 3-16,0 0 8 15,0 0-11-15,2 0 0 16,2-14-3-16,4-12-66 15,-2-13-12-15,1-17-37 16,-1-16-144-16,1-22-239 16</inkml:trace>
  <inkml:trace contextRef="#ctx0" brushRef="#br2" timeOffset="146606.11">28425 6992 11 0,'0'0'107'16,"0"0"-43"-16,0 0-9 16,0 0 10-16,0 0-31 15,0 0 19-15,0-4 7 0,0 2-15 16,0 0 19 0,0-3-44-16,0 2-6 0,0 1 36 15,0 0-32-15,0 2 22 16,0 0-1-16,0 0-22 15,0-2 34-15,8-3-31 16,5 0-17-16,5-2 11 16,-1 0-12-16,4-3 3 15,-1 1-5-15,2-2 3 16,-2-1 5-16,-7 6-8 16,-3 0 0-16,-6 4 3 15,-2 0 8-15,-2 2-11 16,0-2 2-16,0 2 3 15,0 0 18-15,0 0-23 0,0 0 0 16,2 0 11 0,2-3-1-16,-1 3-10 0,-1 0 0 15,-2 0 3-15,0 0 1 16,0 0-4-16,0 0 0 16,0 0-7-16,0 0 15 15,2 0-8-15,0-1 4 16,3-1 2-16,0 0 14 15,-1 2-20-15,2 0 0 16,-1-3 2-16,-3 3 3 16,0 0-5-16,-2 0 0 15,0 0 4-15,0 0-9 16,0 0 7-16,2 0-2 16,-2 13 4-16,3 6 7 15,2 8-7-15,-3 4 9 0,0 8-6 16,0 2 22-16,0 4-26 15,-2 7 4-15,0 3 0 16,0 5 1-16,0 2-8 16,0 0 2-16,0 1 3 15,0 0 15-15,0 0-17 16,0-1-3-16,0 4 12 16,0-3-4-16,0 3-2 15,0-7-6-15,0 0 6 16,0-4 5-16,0-2-8 15,0-2-3-15,0 6 5 16,0 3 5-16,-2 2-10 16,2 2 4-16,0-1-1 0,0-5 17 15,0-2-20-15,0-4 0 16,0-4 0-16,0-1 9 16,0-6-9-16,0 3 0 15,0-6 1-15,0 1-6 16,0 0 12-16,0-2-7 15,0-2 2-15,0 0 7 16,-2-1-9-16,0 1 0 16,0-1 3-16,2-1 8 15,0 2-7-15,0-3-4 16,0-4 0-16,0-3 7 16,0 1-7-16,0-3 0 0,0 0 3 15,0 4-3-15,0-1 0 16,0-1 0-16,0 1-1 15,0-6 9-15,0 2-8 16,0-6 0-16,0-2 3 16,0-4-1-16,0-2-2 15,0-3 0-15,0-5 0 16,0 2 10-16,0-2-10 16,0 0 0-16,0 0 2 15,0 0-2-15,0 0 0 16,0 3 0-16,0-3-1 15,0 0 4-15,0 0-7 0,0 0 4 16,0 0-13 0,0 0 4-16,0-18-28 0,4-13-82 15,0-5 13-15,3-5-104 16,-1-4-21-16,2 1-120 16</inkml:trace>
  <inkml:trace contextRef="#ctx0" brushRef="#br2" timeOffset="147726.2">26635 10282 32 0,'0'0'44'0,"0"0"-44"16,0 0-17-16</inkml:trace>
  <inkml:trace contextRef="#ctx0" brushRef="#br2" timeOffset="158305.41">20660 10297 3 0,'0'0'52'0,"0"0"-7"15,0 0 5-15,0 0 28 16,0 0-43-16,0 0 9 15,0 0 6-15,-2-20-10 16,-10 16-4-16,1-1-8 16,-3 4-4-16,-1-3 29 15,-1-1-26-15,1 1 8 16,-3 3 8-16,2-1-27 0,-6 0 27 16,2 0-4-16,0-1-13 15,0 2 30-15,9-2-33 16,-1 3 3-16,8-1 5 15,0 1-31-15,1-3 24 16,3 3-5-16,0 0-14 16,0 0 29-16,0 0-31 15,5 0-3-15,26 0 6 16,16 0-5-16,16 0 9 16,8 0-10-16,9 0 12 15,2 0-12-15,11 0 3 16,6 0-3-16,1 0 0 15,-2 0 5-15,-9 0-9 16,-4 0 4-16,-16 0 0 16,-11 0 9-16,-8 0-8 0,-13 0-1 15,-8 0 0-15,-6 0 5 16,-10 0-5-16,-5 0 10 16,-2 0-6-16,-6 0 27 15,0 0-30-15,0 0 5 16,0 0 0-16,0 0 4 15,0 0-8-15,0 0-2 16,0 0 6-16,0 0 2 16,0 0-8-16,0 0 0 15,0 0 0-15,0 0 0 0,0 0-3 16,0 0 3-16,0-3 0 16,0-1 12-1,0-4-8-15,-12-3-4 0,3-1 0 16,-5 0 2-16,4-1-2 15,-6-4 0-15,0 3 2 16,1 0-11-16,-3 3 9 16,2 0 0-16,3 6-2 15,4 0-13-15,7 5 15 16,2 0-1-16,0 0 3 16,0 0-3-16,0 0 1 15,0 0-3-15,9 0-4 16,11 0 4-16,9 0 3 0,2 0 0 15,-3 0 4 1,-3 2-4-16,-2 8 0 0,-7 2 0 16,-5 8-2-16,-5 4-19 15,-6 10 19-15,0 3-2 16,0 3 8-16,-9-4 19 16,-7-2-21-16,1-5-1 15,-1-2-1-15,5-1 9 16,3-2-20-16,-2 1-3 15,10 2-81-15,0-1-39 16,0-2-138-16,16-9-108 16</inkml:trace>
  <inkml:trace contextRef="#ctx0" brushRef="#br2" timeOffset="185348.23">1306 676 94 0,'0'-5'214'16,"0"3"-173"-16,0 0-5 15,0 1 48-15,0-1-4 16,0 2-7-16,0-2 4 16,0-1-37-16,0 3 16 0,0-2 4 15,0 2-12-15,0 0 19 16,0 0-23-16,0 0-8 16,0 0 18-16,0 0-37 15,0-2 17-15,0 0-10 16,0 1-17-16,0 1 26 15,0 0-31-15,0 0 2 16,0 0-5-16,0 0 1 16,0 0-5-16,0 14-7 15,0 18 9-15,-7 14-5 16,-1 8 8-16,-2-1 0 16,4 2 7-16,-1-3-1 0,3-2-6 15,-2-7 9 1,2-4-2-16,-2-2 13 0,1-9-20 15,3-8 0-15,-2-4 4 16,4-6 0-16,-2-6-4 16,2 0 0-16,0-2 2 15,0-2 5-15,0 0-7 16,0 0 0-16,-2 0 6 16,2 0 5-16,0 0-11 15,0 0 0-15,0 0 5 16,0 0-2-16,0 0-3 15,0 0 0-15,0 0-3 16,0 0 3-16,0 0-8 16,0-2-24-16,0-10-60 15,2-5 8-15,4-10-104 0,5-4-77 16,1-8-256-16</inkml:trace>
  <inkml:trace contextRef="#ctx0" brushRef="#br2" timeOffset="185791.45">1279 659 586 0,'0'0'122'16,"0"0"-31"-16,0 0-17 16,0 0 8-16,0 0-20 15,0 0-38-15,-13-14 7 0,13 14-30 16,11 0 0-16,16 0 14 15,10 0-12-15,17 10 1 16,6 4 1-16,0 6 3 16,1 6-9-16,-12 5 1 15,-9 7-4-15,-13 2-4 16,-12 6-9-16,-13 2 17 16,-2 3 0-16,-9-2 5 15,-26 4 21-15,-8-5-22 16,-6-3-3-16,-2-4 22 15,-1-7-16-15,6-6 5 16,6-8 5-16,6-8-12 16,12-4 23-16,8-5-21 0,6-3 10 15,6 0 22-15,-1 0-35 16,3 0 10-16,0 0-9 16,0 0 2-16,0 0-4 15,0 0-3-15,0 0-26 16,0 0-11-16,0 0-67 15,0 0-34-15,9-3-215 16</inkml:trace>
  <inkml:trace contextRef="#ctx0" brushRef="#br2" timeOffset="186407.87">1736 1090 560 0,'0'0'120'16,"0"0"-55"-16,0 0 23 15,0 0-71-15,0 0 14 16,0 0-9-16,87-30 11 15,-58 18-16-15,0 3-15 16,0-3 19-16,0 0-21 0,0-1 0 16,-2-3 10-1,-2 0-2-15,-2-2-8 0,-7 1 0 16,-1 3 6-16,-5-1 2 16,-6 1-8-16,1 4 0 15,-5 0 17-15,0 3-4 16,0 0 17-16,0 3-27 15,-7 1 6-15,-7 3-18 16,-3 0 7-16,-1 0 1 16,-5 0-10-16,2 14 6 15,-6 1 4-15,0 5 1 16,-2 3 0-16,2 2-6 0,5-1 6 16,2 2 0-1,4 1 23-15,7-4-21 0,9 0 15 16,0-2 4-16,0 0-4 15,13-1 45-15,14-7-26 16,2-4 6-16,7-4 9 16,5-2-43-16,-6-3 7 15,1 0-14-15,-5 0 7 16,-4 0-1-16,-3 0-7 16,0-8-18-16,-1-4-3 15,-3-4-68-15,0-5-26 16,-2 3-67-16,2 1-140 15,-3-2-182-15</inkml:trace>
  <inkml:trace contextRef="#ctx0" brushRef="#br2" timeOffset="187997.37">2418 965 333 0,'0'0'319'0,"0"0"-209"16,0 0-28-16,0 0-10 15,0 0-57-15,0 0-14 16,0-3-1-16,0 3-16 16,0 0 11-16,0 0 5 15,0 0 0-15,0 0-10 16,0 0 10-16,0 7 0 16,0 0-1-16,0 0 9 0,0-2-8 15,0 0 1 1,0-2 4-16,0-3 6 0,0 0-8 15,0 0 0-15,0 0 22 16,0 0-20-16,0 0 23 16,0-8-21-16,0-4-3 15,-4 1 3-15,-3-2-7 16,0 5 0-16,1-1-6 16,-3 4 0-16,0 1 4 15,-2 2 0-15,0 2-4 16,-1 0-3-16,1 0 3 15,-5 8 3-15,3 8 1 16,-3 1-6-16,5 1 6 16,1 0 2-16,0 4 0 0,4-1 14 15,6 1-14-15,0 0 2 16,0 0 7-16,0 1-8 16,14-5 10-16,5-1 0 15,6-2-9-15,-1-7 16 16,3-5-18-16,2-3 0 15,0 0-4-15,2-9 12 16,3-16-8-16,-3-6 0 16,-2-8 0-16,-2 4-14 15,-8 0 19-15,-3 8-5 16,-7 4 0-16,-5 8 6 16,1 4-5-16,-5 5 10 15,0 3-4-15,0 3 17 0,0 0-24 16,0 0-19-16,0 0-1 15,0 0 0-15,0 12 20 16,0 3 0-16,0 2 6 16,0 2-5-16,0 1 4 15,7 3-5-15,6-5 0 16,5-3 9-16,4-1-9 16,7-1 11-16,-2-5-8 15,2-4 29-15,0-4-25 16,-5 0-3-16,3-4 12 15,-2-15-6-15,-1-5-4 16,3-3-6-16,-9-7 3 16,-3-2-8-16,-1-3 5 0,-3 1-6 15,-5 0 5-15,-1 0-13 16,0 0 14-16,-5 4 0 16,0 3 2-16,0 7 7 15,0 6-7-15,0 6 4 16,0 6 1-16,0 5 1 15,0 1-12-15,0 0 4 16,0 0-25-16,-8 0 24 16,2 14-15-16,-5 9 14 15,2 3-2-15,0 5 5 16,-2 5-1-16,5 4 21 16,-4 4-10-16,6 2 24 0,-1 2-30 15,5-2 3 1,0-1 6-16,0-8-6 15,11-3 0-15,10-8-8 0,3-6 0 16,3-5 10-16,2-7-4 16,2-8-1-16,0 0-3 15,-6 0 1-15,-3 0-6 16,-2-14-21-16,-2-10 11 16,8-8 3-16,-1-4-18 15,-2-3 13-15,-3 1 5 16,-7 4 9-16,-4 7-1 15,-6 1 4-15,-3 5-1 16,0 5 21-16,0 2-22 0,0 7 0 16,-10 2 0-1,-3 5-23-15,-3 0 13 0,-1 0 0 16,-1 16-7-16,-1 4 13 16,6 4-12-16,3 2 4 15,0 0 11-15,8 2 1 16,2-1 14-16,0-4 10 15,0-2-21-15,9-3 38 16,11-6-16-16,5-5 4 16,1-3 0-16,1-4-27 15,0 0 12-15,0 0-10 16,0-18 0-16,-3-1 6 16,-2-6-10-16,1 0 0 0,-6-4 0 15,3 0-14-15,-1-4 8 16,-2 3 3-16,-1 5 3 15,-3 2 10-15,-5 7-10 16,0 6 11-16,-6 4 12 16,0 3-20-16,-2 3 3 15,0 0-6-15,0 0-10 16,2 0 4-16,3 0-9 16,1 19 15-16,6 3-5 15,1 4 9-15,5 2-4 16,4 0 7-16,2 0-7 15,-1-2 28-15,-8-2-22 16,-7-3 6-16,-8-6-10 16,0 0 10-16,-5-1 6 0,-22-7-9 15,-18 0-5-15,-13-7-8 16,-13 0-28-16,-16-11-58 16,-6-11-110-16,-13-7-269 15</inkml:trace>
  <inkml:trace contextRef="#ctx0" brushRef="#br2" timeOffset="188157.43">2726 760 487 0,'0'0'355'16,"0"0"-251"-16,0 0-104 0,0 0-38 15,0 0-102 1,0 0 1-16,-31 48-84 0,6-14-157 15</inkml:trace>
  <inkml:trace contextRef="#ctx0" brushRef="#br2" timeOffset="188536.21">1656 1494 150 0,'0'0'137'16,"0"0"43"-16,0 0 15 16,0 0-37-16,0 0-5 15,0 0-23-15,-120 3-54 0,173-15-76 16,27 1 0-16,28-3 0 16,23 2 7-16,27-2-7 15,16 1 6-15,17 4-12 16,8-1 5-16,-10 3-27 15,-20 3 25-15,-30 4-4 16,-39 0-3-16,-26 0 9 16,-28 0 1-16,-19 0-11 15,-15 0 11-15,-12 0-9 16,0 0 4-16,-10 0 5 16,-19 0 20-16,-10 0-20 15,-13 2-13-15,-6 7 5 0,-7 3-69 16,-6 1-44-16,-9 4-76 15,-9-3-154-15</inkml:trace>
  <inkml:trace contextRef="#ctx0" brushRef="#br2" timeOffset="188837.04">1609 1752 449 0,'0'0'296'0,"0"0"-168"16,0 0-128-16,0 0 1 16,0 0 49-16,0 0-17 0,513-84-13 15,-384 80-20-15,2-1 4 16,-5 0 0-16,-13-1-4 16,-20 0 0-16,-19-4 12 15,-20 2-11-15,-18 0 41 16,-10 0 6-16,-6 4-27 15,-4-2 0-15,-5 2-21 16,-3 2 0-16,2 2-5 16,-6-2-35-16,3 2-67 15,-3 0-122-15,-2 0-237 16</inkml:trace>
  <inkml:trace contextRef="#ctx0" brushRef="#br2" timeOffset="189863.42">4784 667 156 0,'0'0'408'16,"0"0"-299"-16,0 0-35 15,0 0 22-15,0 0-56 16,0 0 3-16,-6-10-38 16,-9 26 3-16,-5 14 12 15,-7 11 0-15,0 8-5 16,-1 9 37-16,6 3-29 15,1 3 8-15,6 1 1 16,8-5-26-16,7-2 13 0,0-4-19 16,9-4 0-16,25-8 10 15,5-8-10-15,9-10-51 16,2-11-48-16,4-13-113 16,0-5-145-16</inkml:trace>
  <inkml:trace contextRef="#ctx0" brushRef="#br2" timeOffset="190283.18">5283 848 327 0,'0'0'332'16,"0"0"-161"-16,0 0-90 0,0 0-15 15,0 0-6-15,0 0-46 16,0-32-1-16,-5 32-13 15,-9 3-10-15,-1 14 0 16,-7 7 2-16,-1 4 8 16,2 8 9-16,0 7 0 15,8 3 12-15,4 0 1 16,9 0-11-16,0-5 6 16,4-7-14-16,18-8-3 15,7-6 16-15,5-15-10 16,1-5 6-16,2-8-4 15,-4-24-8-15,-6-8 0 16,-8-6-2-16,-9-7-14 16,-10 2 11-16,0 0-16 0,0 10 19 15,-12 9-1-15,-1 11 6 16,-1 13 4-16,-1 6-7 16,-1 2-1-16,-3 2-10 15,3 18-72-15,5 8-8 16,7 4-94-16,4 0-106 15,0-2-36-15</inkml:trace>
  <inkml:trace contextRef="#ctx0" brushRef="#br2" timeOffset="190498.19">5633 1101 382 0,'0'0'226'16,"0"0"-86"-16,0 0-65 0,0 0 9 15,0 0-84-15,0 0 1 16,13 38-1-16,-13-4 6 16,-9 8 18-16,-15 2-15 15,-3 0 0-15,0-2-9 16,6-6-4-16,6-5-66 16,7-13-48-16,8-10-226 15</inkml:trace>
  <inkml:trace contextRef="#ctx0" brushRef="#br2" timeOffset="192521.69">5646 1133 43 0,'0'0'96'16,"0"0"-2"-16,0 0-76 15,0 0-14-15,0 0 1 16,0 0-5-16,47-31 1 16,-40 28-4-16,-5 1-2 15,-2 0-7-15,0 2 0 16,0 0 2-16,0-3 10 15,0 3 22-15,-2 0-15 16,-5 0 6-16,2 0 7 16,5 0 29-16,-2 0 16 15,0 0-58-15,-1 0-1 0,3 0-6 16,0 0 2-16,0 0-6 16,0 0-11-16,0-2-23 15,3-1 3-15,8-3-108 16,4-1-21-16</inkml:trace>
  <inkml:trace contextRef="#ctx0" brushRef="#br2" timeOffset="193203.32">5721 1042 101 0,'0'0'236'0,"0"0"-147"16,0 0-34-16,0 0-1 16,0 0-41-16,0 0-3 15,-64 21 4-15,57-15-3 16,1-1 40-16,-5 2 10 16,1-3 18-16,2-1 20 15,-3 1-40-15,4 3-5 16,-2-4-12-16,2 0-19 15,3 1 31-15,2-3-35 16,2-1-9-16,0 0 26 0,0 0-34 16,0 0 29-16,15 0 6 15,18 0 11 1,15 0-8-16,10 0-40 0,4 0 0 16,0 0-4-16,-4 0 1 15,-7-4-13-15,-10-1-1 16,-10-1 6-16,-8 1-1 15,-10 0 7-15,-9 3 5 16,-4-3-9-16,0 3-5 16,0-1 14-16,-7-1 14 15,-13-1-3-15,-5 1-18 16,2-1 7-16,-4 2 0 0,2-1-1 16,2 4 1-16,1 0 0 15,7 0-2-15,6 0 2 16,7 0 21-16,2 0-21 15,0-2 0-15,2-2 22 16,20-1-16-16,9-2 8 16,8 5-14-16,-4 2 2 15,-2 0-11-15,-8 0 9 16,-6 13 0-16,-7 5-8 16,-10 4-14-16,-2 10 10 15,0 6 2-15,-18 5 10 16,-11 2 13-16,0 0-13 15,0-6 0-15,5-3-2 16,4-7-16-16,11-12-41 16,7-6-76-16,2-11-127 0,15-2-202 15</inkml:trace>
  <inkml:trace contextRef="#ctx0" brushRef="#br2" timeOffset="193478.16">6446 910 198 0,'0'0'346'15,"0"0"-211"-15,0 0-22 16,0 0 24-16,0 0-42 16,0 0 12-16,-7-33-28 0,7 33-43 15,0 0 5 1,0 0-41-16,0 0-14 0,0 15 11 15,0 17-9-15,-2 11 12 16,-4 3 0-16,-3 0 6 16,-3-3-1-16,2 1-5 15,3-5-54-15,2-5-78 16,5-10-107-16,0-12-214 16</inkml:trace>
  <inkml:trace contextRef="#ctx0" brushRef="#br2" timeOffset="193893.42">6638 1006 163 0,'0'0'485'16,"0"0"-301"-16,0 0-87 16,0 0-49-16,0 0-25 15,0 0-23-15,0 4-12 16,0 18 12-16,0 5 0 15,-2 2 16-15,-3 2-12 16,5 1 2-16,0-3 18 16,0 0-22-16,0-3-1 15,18-4 8-15,7-2 4 16,2-12-6-16,2-6 13 16,0-2-17-16,-2-12 16 15,-6-18-19-15,-3-9-10 0,-11-3-8 16,-7 0-23-16,0 5 41 15,-5 3 7-15,-15 6-4 16,-1 11 10-16,-4 7-13 16,-2 10-6-16,2 0 6 15,3 0-20-15,2 9 20 16,4 2 0-16,8 1-12 16,1-1-3-16,5-4-78 15,2 2-47-15,0-4-100 16,0-2-56-16</inkml:trace>
  <inkml:trace contextRef="#ctx0" brushRef="#br2" timeOffset="194739.17">6769 947 499 0,'0'0'238'0,"0"0"-84"16,0 0-67-16,0 0-25 16,0 0-42-16,0 0 2 15,9-21-22-15,-9 21-3 16,0 0-7-16,0 0 1 16,0 0 7-16,0 0-5 15,0 0 10-15,0 0-3 16,0 0 0-16,0 0 0 15,0 0 7-15,0 0-5 16,0 0 16-16,0-2 18 16,0-1-10-16,0-6 26 15,-4-1-22-15,-9-4-30 0,-3 0 11 16,1 5-4-16,-4-2-7 16,2 5 17-16,-3 2-12 15,-1 4 8-15,-1 0-11 16,-2 0 1-16,-3 14 8 15,-4 10-7 1,2 4-4-16,0 6 7 0,0 3 3 16,4 0-10-16,7 0 0 15,9-5 0-15,7-4-1 16,2-7 1-16,0-2 0 0,14-10-1 16,10-5-9-1,5-4 10-15,2 0 0 0,2-22-3 16,2-5-6-16,-4-5-6 15,-7-3-10-15,0 3 14 16,-5 2 6-16,-6 5 5 16,0 4 0-16,-6 7 3 15,-1 7 28-15,-3 2-16 16,-1 5 4-16,-2 0-19 16,0 0-8-16,0 5-2 15,0 16-6-15,0 14 16 16,0 6 35-16,0 12-33 15,0 5 9-15,-7 2-4 16,-1 1 3-16,-2 4-7 16,1-2-3-16,1-8-5 15,1-10 0-15,5-17-69 0,2-15-59 16,0-13-97-16,20-1-120 16,11-38-190-16</inkml:trace>
  <inkml:trace contextRef="#ctx0" brushRef="#br2" timeOffset="195033">6970 753 743 0,'0'0'195'16,"0"0"-102"-16,0 0-32 15,0 0-36-15,0 0 10 0,0 0-35 16,82 39 0-16,-53 3 6 15,2 14-2-15,-6 12 29 16,-7 4-20-16,-11 8-3 16,-7 4 36-16,-2-1-29 15,-29-2 5-15,-5-8 0 16,-5-8-17-16,8-19 21 16,6-14-26-16,10-12 2 15,7-13-8-15,10-7-27 16,0-13-20-16,25-27-125 15,10-19-487-15</inkml:trace>
  <inkml:trace contextRef="#ctx0" brushRef="#br2" timeOffset="196139.29">9906 645 552 0,'0'0'172'0,"0"0"-23"16,0 0-53-16,0 0-25 0,0 0-17 16,0 0-18-1,0-19 14-15,0 19-50 0,0 0-7 16,-9 14 6-16,-16 17 2 15,-4 13 18-15,-2 9 2 16,0 7-14-16,6 2 16 16,12 4-23-16,9-4 0 15,4-2 7-15,0-5 1 16,11-8-16-16,16-8-27 16,6-9-99-16,2-12-17 15,6-16-127-15,-1-2-185 16</inkml:trace>
  <inkml:trace contextRef="#ctx0" brushRef="#br2" timeOffset="196374.16">10200 868 582 0,'0'0'270'0,"0"0"-122"15,0 0-59-15,0 0 38 16,0 0-74-16,0 0-4 15,47-72-9-15,-47 72-31 16,3 0 7-16,-3 0-16 16,0 4-15-16,2 22 13 15,-2 14-12-15,0 12 9 16,0 6 5-16,0 5-56 16,0-5-51-16,0-9-136 15,4-15-264-15</inkml:trace>
  <inkml:trace contextRef="#ctx0" brushRef="#br2" timeOffset="196721.96">10695 972 740 0,'0'0'222'0,"0"0"-159"16,0 0-15-16,0 0 24 16,0 0-6-16,0 0-44 15,-38 11 5-15,44-10-7 0,30 1 3 16,18-2 43-16,22 0-50 16,9 0-4-16,6-7-7 15,-2-5 1-15,-9 1-12 16,-13 3 4-16,-13 0-28 15,-17 0 30-15,-12-1-13 16,-9 2 8-16,-10 3 4 16,-3 1-44-16,-3 3-8 15,0-3-76-15,0 3-105 16,4-3-367-16</inkml:trace>
  <inkml:trace contextRef="#ctx0" brushRef="#br2" timeOffset="196971.4">11596 715 752 0,'0'0'228'16,"0"0"-127"-16,0 0-29 16,0 0-17-16,0 0-38 15,0 0 12-15,18-34-29 16,-18 34-16-16,0 13 13 15,0 17-11-15,-12 12 14 16,-5 4-2-16,-6 8 2 16,7 1-8-16,3-4-93 0,5-3-84 15,0-12-125 1,6-11-239-16</inkml:trace>
  <inkml:trace contextRef="#ctx0" brushRef="#br2" timeOffset="197329.34">11868 826 408 0,'0'0'306'16,"0"0"-188"-16,0 0-94 16,0 0-17-16,0 0-7 15,0 0 37-15,-17 86-20 0,11-51 16 16,2-3-28-16,4-1 2 15,0-2-3 1,0-8 4-16,10-3-2 0,11-8 2 16,-1-6 4-16,2-4 19 15,0 0-20-15,1-21-1 16,-5-8 3-16,-5-3-5 16,-9-4-2-16,-4-3-3 15,0 0-2-15,0 3 5 16,-6 7-6-16,-10 8 0 15,-1 9-1-15,-4 7-22 16,-1 5-16-16,-2 0-31 0,4 0-91 16,3 0-108-16,9 5-225 15</inkml:trace>
  <inkml:trace contextRef="#ctx0" brushRef="#br2" timeOffset="197531.85">12155 664 531 0,'0'0'297'16,"0"0"-243"-16,0 0-12 15,0 0 1-15,0 0-36 16,0 0-3-16,178 320-4 16,-191-258 0-16,-32-3-10 15,-17-7-9-15,-16-10-56 0,-13-10-39 16,-12-8-94-16,-10-8-253 15</inkml:trace>
  <inkml:trace contextRef="#ctx0" brushRef="#br2" timeOffset="197799.07">10323 1496 175 0,'0'0'367'0,"0"0"-172"15,0 0-52-15,0 0 1 16,0 0-13-16,0 0-77 16,167 6-54-16,-27-6 9 15,26-13-4-15,9-6 6 16,-3-2-5-16,-29 3-6 0,-32 6 9 16,-41 7-21-16,-31 0 12 15,-26 1-9-15,-13 2-4 16,0 2-118-16,-33 0 8 15,-11 0 51-15,-12 6-140 16,-9 6-230-16</inkml:trace>
  <inkml:trace contextRef="#ctx0" brushRef="#br2" timeOffset="198041.93">10588 1638 304 0,'0'0'479'0,"0"0"-379"15,0 0-93-15,0 0 17 16,0 0-12-16,0 0-6 16,530-18-6-16,-438 16 5 15,-20-3-5-15,-22 2 0 16,-19-6 2-16,-10 0 35 16,-5-2 29-16,-8 2-4 15,-1 6-6-15,-3-4-54 16,-4 5-4-16,0 2-53 15,0 0-112-15,0 0-218 16</inkml:trace>
  <inkml:trace contextRef="#ctx0" brushRef="#br2" timeOffset="-201566.94">22795 9508 175 0,'-7'0'0'0,"5"0"-27"16,2 0-121-16</inkml:trace>
  <inkml:trace contextRef="#ctx0" brushRef="#br2" timeOffset="-200773.09">22888 9532 253 0,'0'0'159'0,"0"0"-152"16,0 0-7-16,0 0 0 15,0 0 30-15,0 0 12 16,-16-14-18-16,16 14 12 15,0 0-27-15,0 0-9 16,0 0 0-16,0 0-2 16,0 0-14-16,-2 0-39 15,-2 0-29-15,2 7-21 16,0 5-118-16</inkml:trace>
  <inkml:trace contextRef="#ctx0" brushRef="#br2" timeOffset="-199834.32">23876 9439 533 0,'0'0'245'0,"0"0"-197"15,0 0-44-15,0 0 21 16,0 0 44-16,0 0-30 16,0 0-13-16,0 0-26 15,0 0-5-15,0 4-33 16,0 10-113-16,0 0-95 15,0-4-204-15</inkml:trace>
  <inkml:trace contextRef="#ctx0" brushRef="#br2" timeOffset="-199356.53">25088 9471 498 0,'0'0'160'16,"0"0"-160"-16,0 0-29 16,0 0 29-16,0 0-34 15,0 0-60-15,41-14-158 16</inkml:trace>
  <inkml:trace contextRef="#ctx0" brushRef="#br2" timeOffset="-198879.35">28551 9274 756 0,'0'0'121'16,"0"0"-119"-16,0 0 21 15,0 0-22-15,0 0 10 16,0 0-11-16,-25-13-99 16,25 13-207-16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7-13T15:45:51.410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3740 17522 529 0,'-11'0'129'0,"5"0"-100"15,0 0-24-15,6-5 23 16,0 1 37-16,0 4-2 16,0-1 9-16,0-3-21 15,0 4 5-15,0 0 6 16,0 0-17-16,0 0 18 15,0 0-16-15,0 0-28 16,0 0 12-16,0 0-30 16,0 0 2-16,0 0-6 15,0 0-6-15,0 0 2 0,0 9-4 16,10 18 11-16,1-1 0 16,-3 2 2-16,2-2 10 15,-4-5 10-15,1-1-20 16,-3-11 8-16,0-9-10 15,8 0 5-15,19-4 1 16,23-42 35-16,21-24-9 16,13-17-11-16,-4-6-14 15,-4 4-7-15,1 1 0 16,-3 10-24-16,-7 4-1 16,-6 11-72-16,-18 13-160 15,-14 10-329-15</inkml:trace>
  <inkml:trace contextRef="#ctx0" brushRef="#br0" timeOffset="1501.42">20077 17769 432 0,'0'0'293'16,"0"0"-184"-16,0 0-108 16,0 0 63-16,0 0 33 15,0 0-51-15,-29-65-20 16,29 61-12-16,0 0-9 16,0-1 44-16,0 5 2 15,0 0 4-15,0 0-11 16,0 0-27-16,0 0 6 15,0 0-19-15,0 0 0 16,0 0-8-16,0 0 4 16,3 0-4-16,4 0 1 15,3 9-1-15,1 14 4 0,5-2 1 16,-5 4 1-16,3 1 10 16,-1-5-8-16,-1-3 4 15,-4 1-1-15,1-7-2 16,-5-7 8-16,4-1-9 15,0 0-1-15,8-4 31 16,20-12-19-16,26-30 18 16,32-33-15-16,28-18-14 15,24-27-1-15,20-19-3 16,8-14-15-16,-5-2-2 16,-10 2-70-16,-30 7-102 15,-24 7-309-15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7-13T15:55:39.715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17222 11596 469 0,'0'0'158'16,"0"0"-92"-16,0 0-6 16,0 0-9-16,0 0 52 15,0 0-34-15,0 0-21 16,-22-94 31-16,22 89-52 15,0-2 32-15,0 2-14 16,0 0-27-16,0 1 39 0,0 0-50 16,0-4 5-1,0 2 12-15,0-1-8 0,0 2-16 16,0 3 0-16,0 2 14 16,0 0-6-16,0 0-8 15,0 0 0-15,0 0-8 16,0 0 9-16,0 0-3 15,0 0 2-15,0 2 0 16,4 20-8-16,11 7 8 16,6 4 0-16,-1 3-7 15,-2-1 17-15,-2 2-11 16,-1-2 1-16,-7-1 0 16,2-8 3-16,-6-8-3 15,1-8 0-15,-3-6-3 16,0-4 24-16,0 0-21 0,10-4 24 15,15-35-2-15,19-21 4 16,21-22-26-16,13-13 0 16,9-4-3-16,5 2 6 15,-5 13-3-15,-13 18 0 16,-14 14 0-16,-15 14-18 16,-16 10 18-16,-8 8 0 15,-10 8-12-15,-9 8-12 16,-4 2 10-16,0 0-8 15,0 2-39-15,0 0-29 16,0 0-206-16,-15 0-415 16</inkml:trace>
  <inkml:trace contextRef="#ctx0" brushRef="#br0" timeOffset="8116.46">15319 13283 48 0,'0'-3'107'16,"0"2"-38"-16,0-2 30 15,0 3-26-15,0-1-21 16,0 1 6-16,0 0-45 16,0 0 12-16,0 0 2 15,0-3-16-15,0 3 31 16,0 0-31-16,0 0 7 15,0 0 24-15,0 0-36 16,0-1 18-16,0 1-4 0,0 0-18 16,0 0 35-16,0 0-34 15,0 0 4-15,0 0 6 16,0 0-4-16,0 0-9 16,0 0 7-16,-3 0-6 15,0 0 34-15,3 0-34 16,0 0 8-16,0 0 8 15,-2 0-7-15,2 0-4 16,0 0-2-16,-2 0 0 16,0 0 24-16,2-3-26 15,-2 3-1-15,2-2 7 16,0 2 4-16,-2 0-3 16,2 0-9-16,0 0 8 15,0 0-5-15,0 0-3 16,0 0-10-16,-3 17 6 0,-1 9-3 15,0 8 7-15,4-2 0 16,0 0 3-16,0-4 4 16,0-6-7-16,0-6 0 15,0-4 0-15,0-4 7 16,0-4-7-16,0-4 0 16,0 0 3-16,2 0 28 15,0 0-5-15,2-1 29 16,3-19-28-16,-1-6-17 15,6-6-10-15,-3-2 0 16,-1 3 5-16,0-1-5 16,0 2 0-16,1 4 0 15,-2 3-2-15,0 6 5 16,-3 4-3-16,1 4 0 0,-3 4 0 16,0 3-10-16,0 2 10 15,-2 0 0-15,4 0-6 16,4 0-18-16,0 21 22 15,1 2-5-15,3 5 7 16,-1 1 1-16,-3-3-1 16,4-3 0-16,-3-4 0 15,-1-7 1-15,-1-5-1 16,-3 0 0-16,1-7 5 16,2 0 1-16,4 0 3 15,5-10-1-15,5-14 10 16,4-7-9-16,-5 0 0 0,1-3-9 15,-4 2 3-15,-5 3 4 16,-1 5-7 0,-7 7 0-16,0 0 0 0,-4 8 6 15,2-2-12-15,1 3 6 16,-3 4 0-16,2 0 7 16,-2 4-7-16,0 0 0 15,0 0 0-15,0 0-5 16,0 0 5-16,0 0 0 15,0 0 0-15,0 0 0 16,0 0 3-16,0 0-3 0,0 0 0 16,0 0 2-16,0 0-2 15,0 0 0-15,0 0 1 16,0 0-19-16,0 0 14 16,0 0-10-16,0 0 13 15,0 18-16-15,0 6 17 16,0 8 0-16,0-2 1 15,0 0-2-15,3-4 2 16,8-4-1-16,4-5 0 16,1-3 7-16,-1-7-7 15,1 0 0-15,-1-7 3 16,3 0 6-16,1-7-8 16,-4-14 10-16,-1-9-11 15,-8-5 9-15,-6-5-16 16,0-8 7-16,-2-3-21 0,-18 5 19 15,-1 3-24-15,0 13 19 16,0 7 5-16,5 10-15 16,1 6 12-16,2 7-2 15,-1 0-14-15,3 9 6 16,0 19 12-16,4 4 3 16,5 3-1-16,2-3 2 15,0-6-2-15,6-3 1 16,13-9 0-16,3-7 8 15,2-7-5-15,3 0-3 16,0-3 8-16,2-17 1 16,-7-4-3-16,-1-6-6 0,-4-2 8 15,-5-2-8 1,-2 3 4-16,-1-3-4 0,-5 5 0 16,-1-1 3-16,-3 2-6 15,0 1 3-15,0 5 0 16,0 2-2-16,0 4 4 15,-3 6-2-15,1 4 0 16,0 3-1-16,2 3-6 16,0 0 6-16,-2 0-7 15,2 0-8-15,-2 0 3 16,0 5 13-16,-1 14-6 16,-1 2 10-16,2 7-7 15,2 4 3-15,0 5 0 0,0 0 0 16,0 4 2-1,0-3-2-15,4-2 0 0,7-1 7 16,1-4-9-16,1-4 2 16,0-6 0-16,3-7 1 15,2-6 4-15,1-5-5 16,4-3 9-16,2 0 2 16,-1-8-2-16,-2-13-9 15,-4-1 0-15,-5-2-12 16,-3 4-16-16,-6 4-34 15,-4 3-59-15,0 1-58 16,0-2-129-16</inkml:trace>
  <inkml:trace contextRef="#ctx0" brushRef="#br0" timeOffset="8339.33">15896 12922 126 0,'0'0'455'0,"0"0"-282"16,0 0-110-16,0 0-46 16,0 0 44-16,0 0-58 15,48-113 6-15,-23 101-9 16,-2-1-2-16,1 2-4 16,-2-1-68-16,-4 0-44 15,-3 2 6-15,-1 0-139 16,-3 4-23-16</inkml:trace>
  <inkml:trace contextRef="#ctx0" brushRef="#br0" timeOffset="10060.92">15338 13772 16 0,'0'0'89'0,"0"0"-55"0,0 0 5 16,0 0 40-16,0 0-3 16,0 0 23-16,-35 10 41 15,41-10-89-15,14-16-1 16,7-4-36-16,4-5 1 16,7 0 37-16,7-3-50 15,1 1 4-15,4 1 9 16,-4 7-9-16,-3-2-6 15,-7 7 0-15,-7 2 0 16,-10 4 3-16,-3 1-3 0,-7 2 0 16,-5 1 3-1,-4 4-3-15,0 0-1 0,0 0-4 16,0 0 5-16,0 0 22 16,0 0-22-16,0 0 3 15,0 0-1-15,0 0 4 16,0 0-6-16,0 0 0 15,0 0 0-15,0 0 23 16,0 0-20-16,0 0-3 16,0 0 11-16,0 0-2 15,0 0-9-15,0 0 0 16,0 0 5-16,0 0-1 16,0 0-4-16,0 0 0 15,-4 0-3-15,-3-2 11 16,-1-1-8-16,-2-2 0 0,1 1 3 15,-1-4 5-15,1 1-8 16,-1-1 0-16,2-1-1 16,3 1 12-16,1 2-11 15,4 3 0-15,0 0 3 16,0 3 3-16,0 0-6 16,0 0 0-16,0 0-6 15,0 0 1-15,4 0 5 16,7 0 0-16,1 0 3 15,-3 8-16-15,-3 1 13 16,-2 4 0-16,-4 3-7 16,0 4 2-16,0 4 5 0,-6 7 0 15,-10 3-11-15,-1 2-23 16,-2 1-128-16,6 2-82 16,0-13-137-16</inkml:trace>
  <inkml:trace contextRef="#ctx0" brushRef="#br0" timeOffset="12496.85">15612 14468 54 0,'0'0'174'0,"0"0"-34"16,0 0-30-16,0 0-51 15,0 0 20-15,0 0-7 16,0 0-54-16,-58-125 30 0,58 114-43 16,-2 0-3-16,2 1 30 15,-2 3-28-15,0 0 14 16,2 3 8-16,-2 4-20 16,2 0 20-16,-3 0-26 15,1 0-8-15,2 18-4 16,0 10 19-16,0 2-7 15,0 1 0-15,7-4 4 16,13 0 2-16,7-10-6 16,2-5 0-16,2-7 9 15,0-5 0-15,-4 0-9 16,-1-5 2-16,-3-16 5 16,-3-9 6-16,-7-7-13 15,-1-1 0-15,-6-3-1 16,-1 6 6-16,-1 5-5 15,-2 2 0-15,-2 5 3 0,0 8 1 16,0 1-4-16,0 6 0 16,0 4 0-16,0 4 5 15,0 0-10-15,0 0 4 16,0 0-22-16,0 4 15 16,2 13 5-16,2 10 3 15,2 5-4-15,5 4 12 16,-1 5-8-16,6 7 0 15,-1 1 5-15,4-3 2 0,1 7-3 16,-3-3-3 0,-1 4 18-16,0 2-8 0,-5-10-11 15,-2 2 0-15,-3-7 5 16,-3-9 0-16,-3-2-5 16,0-12 0-16,0-4 13 15,-11-4-11-15,-7-6 29 16,-2-4 8-16,-7 0-20 15,3-4 28-15,-1-20-46 16,4-8 8-16,9-11 45 16,3-7-50-16,7-4 14 15,2 0-3-15,0 0-11 16,0 6 9-16,15-2-13 16,3 3 0-16,1 5-15 15,0 6-7-15,-1-2-35 0,-3 6-25 16,3 4-39-16,-5 7-15 15,1 4-52-15,-3 7-64 16,-2 0-30 0</inkml:trace>
  <inkml:trace contextRef="#ctx0" brushRef="#br0" timeOffset="13188.45">16040 14209 70 0,'0'0'134'15,"0"0"-75"-15,0 0-17 16,0 0-17-16,0 0 8 15,0 0-26-15,2 0-6 16,1 0 23-16,4 0-3 0,-1 0 9 16,3-2-7-16,-2-5-16 15,0-6 11-15,-1-1-18 16,1 0 0-16,-3-8-5 16,0 4 3-16,0-5 2 15,-2 6-1-15,-2 2 1 16,0 8-1-16,0 5 1 15,0 2 0-15,0 0-5 16,-12 0-8-16,1 16 13 16,0 6 0-16,2 4 5 15,4 4 10-15,3 4-11 16,2 2 2-16,0 3 25 16,0-10-31-16,11 0 18 15,3-13 9-15,1-5 0 16,6-9 29-16,-1-2-14 0,-1 0-17 15,2-13 7-15,-3-12-25 16,-3-3-6-16,-1-2-1 16,-1 0 7-16,-4-2-6 15,0-1-1-15,0-2 0 16,-1-1-1-16,-1 3 7 16,-3 5-6-16,-1 8 4 15,-3 5-1-15,0 8 24 16,0 6-27-16,0 1 0 15,0 0-8-15,-11 0 10 16,-2 10-2-16,3 3 0 16,1-2 5-16,5 1-4 0,2-4-1 15,2 2 0-15,0-1-3 16,2 5 16 0,16 3-12-16,2 3 17 0,4-1-12 15,-1 4 31-15,0-5-33 16,-8-2 11-16,-5-2 6 15,-4-4-14-15,-6-1-7 16,0 0 5-16,-10 1 9 16,-11-2 20-16,-6-4-33 15,-2-2-1-15,0-2 0 16,4 0-30-16,7 0-55 16,7-10-124-16,7-13-261 15</inkml:trace>
  <inkml:trace contextRef="#ctx0" brushRef="#br0" timeOffset="13908.49">16542 14101 68 0,'0'0'100'15,"0"0"-35"-15,0 0-7 16,0 0-16-16,0 0-16 15,0 0-1-15,0 0-22 16,0 0 0-16,2 0 2 16,3 0-2-16,3 0-6 15,2 0-65-15,-2 0-91 16</inkml:trace>
  <inkml:trace contextRef="#ctx0" brushRef="#br0" timeOffset="14854.3">16758 13860 103 0,'0'0'83'15,"0"0"39"-15,0 0-22 16,0 0-21-16,0 0-7 16,0 0-22-16,-2-14-1 15,2 14 4-15,0 0-19 16,0 0 22-16,0 0-54 0,0 0 3 15,0 0-5-15,2 5 1 16,9 15-1-16,1 1 0 16,-1 3 2-16,3 1 21 15,-6-2-15-15,3-3-5 16,1-5 0-16,-4-6 13 16,-1-6-15-16,-1-3 4 15,2 0 16-15,2 0 65 16,3-17-75-16,1-5 8 15,4-6-19-15,0-4 18 16,0-4-24-16,6-6 6 16,5-6 0-16,4-5 0 15,10-3 7-15,1-2-7 0,1 5 13 16,-7 7-1-16,-9 14-4 16,-9 9-8-1,-9 11 0-15,-4 6 10 0,-5 4-2 16,-2 2-8-16,0 0 0 15,0 0 16-15,0 0-15 16,0 0-1-16,0 0 0 16,0 0 0-16,0 0 6 15,0 0-6-15,0 0 0 16,0 0 12-16,0 0-19 16,0 0 7-16,0 0 0 15,0 0-4-15,0 0 9 0,0 0-5 16,0 0 0-1,0 0 9-15,0 0-15 0,0 0 6 16,0 0 0-16,0 0-6 16,0 0 14-16,0 0-8 15,0 0 0-15,0 0 1 16,0 0-10-16,0 0-17 16,0 0-23-16,0 0 34 15,0 0-74-15,0 0-22 16,0 0-80-16,0 10 17 15,-13 6-74-15</inkml:trace>
  <inkml:trace contextRef="#ctx0" brushRef="#br0" timeOffset="15481.58">17111 13593 69 0,'0'0'101'0,"0"0"-29"16,0 0-13-16,0 0-4 16,0 0 10-16,0 0-32 15,-2 0 27-15,2 0-18 16,0 0-38-16,0 0-4 0,0 0 0 15,0 14 0 1,0 6 54-16,8 3-31 0,3 0 17 16,3 5-26-16,-1 1-11 15,1-3 21-15,-1-3-17 16,-2-4-4-16,-4-7 23 16,0-6-19-16,-5-4 9 15,2-2 10-15,2 0 5 16,6-2 73-16,5-18-76 15,6-10-27-15,0-6 6 0,-2-3 1 16,4-2-8 0,4-2 0-16,2-3 3 15,2 0 0-15,1 0-3 0,0 2 0 16,-3 8 2-16,-5 4 13 16,-8 12-15-16,-9 4 2 15,-2 6 10-15,-7 6 5 16,0 2-8-16,0 2-4 15,0 0 2-15,0 0 1 16,0 0-8-16,0 0 0 16,0 0 1-16,0 0-6 15,0 0 5-15,0 0 0 16,0 0-7-16,0 0 13 16,0 0-6-16,0 0 0 15,0 0-24-15,3 0 7 0,-1 0-63 16,2-5-52-16,3 0 19 15,-5-3-225-15</inkml:trace>
  <inkml:trace contextRef="#ctx0" brushRef="#br0" timeOffset="16682.02">14895 13254 120 0,'0'0'129'0,"0"0"-34"16,0 0-18-16,0 0 4 16,0 0-38-16,0 0 39 15,0 0-14-15,-23-37-37 16,23 37 27-16,0 0-38 16,0 0 0-16,0 0 8 15,-2 0-21-15,2 0-13 16,0 13 8-16,0 10-2 15,0 3 55-15,0 0-38 16,0-2-5-16,0-2 16 0,0-6-22 16,0-6 7-1,0-3-7-15,0-4-1 0,0-3 21 16,0 0-24-16,2 0 21 16,5 0 45-16,5-20-34 15,3-16-11-15,7-15-23 16,1-8 6-16,5-12-5 15,8-4-1-15,2-3 0 16,6 4-7-16,3 2-3 16,-5 8 10-16,-3 3 0 15,-8 10 8-15,-9 9-4 16,-6 8-4-16,-5 11 0 16,-5 9 7-16,-4 9 8 0,-2 3-14 15,0 2-1 1,0 0 7-16,0 0-25 0,0 0 12 15,0 0-1-15,0 0-1 16,0 0 2-16,0 0 6 16,0 0 0-16,0 0 6 15,0 2-22-15,-4 2-3 16,-2 4-83-16,-1-2-32 16,5-2-220-16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7-13T15:56:23.515"/>
    </inkml:context>
    <inkml:brush xml:id="br0">
      <inkml:brushProperty name="width" value="0.05292" units="cm"/>
      <inkml:brushProperty name="height" value="0.05292" units="cm"/>
      <inkml:brushProperty name="color" value="#FFFFFF"/>
    </inkml:brush>
    <inkml:brush xml:id="br1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17483 6984 181 0,'0'0'145'0,"0"0"-91"15,0 0 3-15,0 0 18 16,0-2-12-16,0 2 20 16,0-3-42-16,0 2-12 15,0-1 0-15,0 0-19 16,0 2 8-16,0 0 22 16,0 0-10-16,0 0 30 0,-4 0-43 15,-6-2-8 1,1 0 22-16,-6 2-18 0,1-3-8 15,3 3 14-15,-2-2-9 16,4 2 41-16,0-1-36 16,5 1-7-16,2 0 30 15,2 0-31-15,0 0 5 16,0 0-12-16,0 0 8 16,0 0-19-16,6 0 11 15,23 0 0-15,13 0 28 16,10 0-17-16,6 0-11 15,0 0 0-15,0-2 7 16,-10-2-1-16,-5-1-6 16,-9-2 0-16,-7-1-5 15,-10 2 14-15,-9 2-9 0,0 3 0 16,-8-2 4-16,0 3 1 16,0 0-5-16,0 0 0 15,0-3 7-15,0-2 7 16,0-5-10-16,-12-1-4 15,-1-4 7-15,-3-2-2 16,1 1-5-16,1 3 0 16,3 1 2-16,5 4 4 15,2 4-6-15,1-1 0 16,3 3 6-16,0 2-14 16,0-1 8-16,0 1-12 15,0 0 0-15,9 0 10 16,4 0 2-16,1 0 0 0,-5 0 1 15,-5 0-15-15,-4 15 14 16,0 12-7-16,-13 7-8 16,-20 9 9-16,-3 8-5 15,4-3-22-15,12-2-100 16,20-17-137-16,3-25-471 16</inkml:trace>
  <inkml:trace contextRef="#ctx0" brushRef="#br1" timeOffset="13522.99">17275 2278 34 0,'0'0'36'0,"0"0"16"15,0 0-27-15,0 0 14 16,0 0-14-16,0 0 7 15,0 0-3-15,21-32-1 16,-21 32 10-16,0 0-26 16,0 0 3-16,0 0 29 15,0 0-19-15,0 0 33 16,0 0-2-16,0-2-12 16,0 2 19-16,0-5-46 15,0 4 5-15,0-3 38 0,-5 1-59 16,-6 2 6-16,-7-2-7 15,0 3 2-15,-2 0 5 16,3 0-6-16,0 0-1 16,5 0 39-16,3 0-32 15,4-1 28-15,2 1-3 16,3 0-22-16,0 0 15 16,0 0-25-16,0 0 0 15,3 0-2-15,19 0 10 16,11 0-8-16,8 5 0 15,3 8 6-15,8-3-6 16,4 2 0-16,-1-5 0 16,-4 2-3-16,-9-3 9 15,-10-5-6-15,-12 2 0 0,-6-3 5 16,-8 0 0-16,-1 0-5 16,-5 0 0-16,0 0 21 15,2 0-15-15,-2-4 8 16,0-6 0-16,0-2-12 15,0-2 29-15,0 1-31 16,-2 1 0-16,-7 2 12 16,-1 1-11-16,2 2-1 15,-1 2 0-15,3 0 5 16,0 3-12-16,4 2 7 16,0 0 0-16,2 0-6 15,0 0 6-15,0 0 0 0,0 0-10 16,0 0-32-16,0 0 42 15,2 0-9 1,10 0 9-16,-1 0-4 0,-1 0 4 16,-2 10-2-16,-8 4 0 15,0 8 2-15,0 13-7 16,-23 5 7-16,-3 10-20 16,7-1-34-16,19-12-192 15,0-16-336-15</inkml:trace>
  <inkml:trace contextRef="#ctx0" brushRef="#br1" timeOffset="23478.59">14001 11943 325 0,'-7'0'46'0,"1"0"78"0,4 0-117 16,2 0 31-16,0 0 5 16,0 0 12-16,0-2 17 15,0 2-43-15,0 0 1 16,0-2 2-16,0 2-20 16,0 0 39-16,0 0-13 15,0 0-4-15,0 0 28 16,0 0-42-16,0 0 8 0,0 0 1 15,0 0-25 1,0 0 19-16,-3 0-23 0,-4 0 0 16,-2 0 3-16,-4 0 4 15,-5 11-7-15,1 1 0 16,-4 2 8-16,3 1-8 16,-3 2 0-16,-4 2 0 15,-2 5 10-15,-2 5 0 16,0 1-10-16,0 3 7 15,2 8 2-15,-4 1 5 16,2 8-14-16,-2 4 0 16,0 1 20-16,-1 3-14 15,3 2-6-15,-2-1 3 16,2 1 9-16,0 5-9 16,0 1-3-16,0 2 0 0,-4 7 7 15,2 5 8-15,2 4-14 16,-1 4 5-16,8 1 6 15,5-7-6-15,1-2-6 16,5-3 0-16,0 2 5 16,-1 2 7-16,4-3-12 15,-1 4 0-15,2-2 10 16,2-1-10-16,1-1 0 16,4-3 0-16,0 0 8 15,0 0 1-15,0 4-9 16,0-3 3-16,0 5 7 15,0 0-1-15,0 3-9 0,2 6 0 16,2-2 6-16,4-2-1 16,3-1-5-16,2-10 0 15,7 1 9-15,3-2-11 16,1 4 2-16,2-1 0 16,8-1-5-16,2-2 12 15,6-1-7-15,3-11 0 16,-1 0 5-16,6-13-14 15,-4 0 9-15,-1-8 0 16,-3-9-4-16,-2-2 12 16,-4 2-8-16,2-10 0 15,-5 1 8-15,-2-2-8 16,-4-7 0-16,-2-4 0 16,-3-2-8-16,-2 1 14 15,-4-9-6-15,-3 3 0 16,-2-1 6-16,-4 2-7 0,-3-4 1 15,-1 0 0-15,-3 0 4 16,0 0 4-16,0 0-8 16,0 0 0-16,2 0 8 15,-2 0-5-15,0 0-3 16,2 0 0-16,0 0 10 16,2-14-4-16,-1-4-6 15,-1-5 0-15,-2 2 6 16,0-9-12-16,0 2 6 0,-13-4 0 15,-5 1-1 1,-4-1 7-16,4 2-6 16,0 7 0-16,2 4 2 0,6 6-6 15,-4 10 4-15,3-1 0 16,-1 4-8-16,1 0 12 16,1 0-4-16,-2 0 0 15,3 0 2-15,5 7-8 16,4 0 6-16,0 0 0 15,0 6-16-15,6-3 19 16,15-1-3-16,2-4 0 16,10 7-5-16,-5-2-4 15,1 6 9-15,-2 6 0 16,-9 10-11-16,-5 10 13 16,-13 11-2-16,0-3 0 0,-5 8 6 15,-19-2 14-15,-2-2-8 16,-3-4-7-16,2-6 12 15,4-8-13-15,9-5-4 16,6-14 0-16,8-2-31 16,0-11-19-16,14-4-170 15,21-12-190-15</inkml:trace>
  <inkml:trace contextRef="#ctx0" brushRef="#br1" timeOffset="23637.13">14442 16087 1073 0,'0'0'177'0,"0"0"-122"16,0 0-55-16,0 0 0 15,0 0-7-15,0 0-41 16,36-25-50-16,-5 17-103 16,-4-10-375-16</inkml:trace>
  <inkml:trace contextRef="#ctx0" brushRef="#br1" timeOffset="26248.77">18162 6900 14 0,'0'0'36'0,"0"0"11"16,0 0 23-16,0 0-27 0,0 0 28 15,0 0-32-15,0 0 19 16,-60 44-27-16,47-32 6 15,-3-1 31-15,1 0-26 16,1 1-6-16,3-3 22 16,5-4-38-16,2-1 33 15,1-1-9-15,3-3-9 16,0 0 44-16,0 0-36 16,0 0-6-16,0 0 23 15,0 0-52-15,7 0 18 16,26-5 5-16,21-13-9 15,19-12 8-15,12-1-30 0,4-8 0 16,0-2 8-16,-4 6-1 16,-14 2-7-16,-13 8 0 15,-16 6 5-15,-13 8-5 16,-8 2 0-16,-8 3 0 16,-9 5-7-16,-4-2 13 15,0 3-6-15,0 0 0 16,0 0 4-16,0 0 11 15,0 0-15-15,0 0 0 16,0-2 4-16,0 2 3 16,0 0-7-16,0 0 0 15,0 0 8-15,0 0 12 16,0 0-20-16,0 0 0 16,0-4 2-16,0-1 22 15,-6-5-24-15,-7-3 0 0,-3-1 17 16,-2-2-12-16,4 2-5 15,-1 0 0-15,3 5-9 16,2 0 16-16,3 3-7 16,5 4 0-16,2 2 3 15,0 0-10-15,0 0 7 16,0 0-20-16,4 0 7 16,28 0-10-16,7 8 23 15,6 1 0-15,-5 2 2 16,-13 3-16-16,-12 4 14 0,-13 10-12 15,-2 8-3 1,-15 9-1-16,-27 2 15 0,-11 2 2 16,-3-3 2-1,2 2 21-15,12 5-24 0,19-6-154 16,23-19-172-16</inkml:trace>
  <inkml:trace contextRef="#ctx0" brushRef="#br1" timeOffset="-193653.55">25590 1073 169 0,'0'0'162'0,"0"0"-70"15,0 0 12-15,0-2-56 16,0-3 6-16,0 2-9 15,0-1-39-15,0 1 37 16,0 2-4-16,0 1 19 16,0 0 17-16,0-3-39 15,0 3 6-15,0 0-13 16,0 0-24-16,0 0 32 16,0 0-34-16,0 0 13 15,0 0 4-15,0 0-18 0,0-4 12 16,0 2-5-1,0 0-5-15,0 0 30 0,0 2-20 16,0 0 10-16,0 0 1 16,0 0-22-16,0 0 10 15,0 0-13-15,0 0-8 16,0 0 1-16,0 17-8 16,0 9 15-16,0 10-2 15,-2 3 3-15,-2 2-1 16,-3 1 0-16,0-4 2 15,2 0 4-15,-1-3-2 16,2-8-4-16,2-3 0 16,-5-6 5-16,2-3-5 15,0-5 0-15,3-9 5 16,2 1 3-16,0-2-3 16,-2 0-5-16,2 0 9 0,0 0 3 15,0 0-12 1,0 0 0-16,0 0-15 0,-2 0-6 15,2-5-64-15,-2-7-19 16,2-1-40-16,-2-1-39 16,2-2-33-16,0-2-54 15</inkml:trace>
  <inkml:trace contextRef="#ctx0" brushRef="#br1" timeOffset="-193312.54">25595 1085 93 0,'0'0'143'16,"0"0"8"-16,0 0-20 0,0 0-13 16,0 0-28-16,0 0 10 15,35-102-16-15,-23 93-38 16,-1 2-7-16,5 0-28 16,3 3-10-16,6 4-1 15,4 0 0-15,4 0 4 16,-2 2-11-16,-6 10 7 15,-2 2 0-15,-15-2-2 16,-3 2-19-16,-5 1 8 16,0 1-8-16,-13-1 21 15,-16 2 25-15,-7-2-4 16,2-2 0-16,5-4-12 16,5 0 0-16,4-1-18 0,5-4 4 15,1 0-47-15,7-3-49 16,7 2-95-16,0-3-95 15,0 0-58-15</inkml:trace>
  <inkml:trace contextRef="#ctx0" brushRef="#br1" timeOffset="-192893.35">26172 912 342 0,'0'0'250'0,"0"0"-179"0,0 0-16 15,0 0 34-15,0 0-32 16,0 0-14-16,0-2-10 15,0 2-27-15,0 0 29 16,0 0-10-16,0 0-23 16,0 0 13-16,-9 0-13 15,-7 6-2-15,-5 13 8 16,-4 4-1-16,-4 5 7 0,0 4 2 16,2 5-7-16,4 0 18 15,6 2-27-15,5-2 5 16,8 1-5-16,4-1 4 15,0-3-4-15,0-1 0 16,14-10-18-16,3-2-50 16,8-7-8-16,4-11-61 15,0-3-92-15</inkml:trace>
  <inkml:trace contextRef="#ctx0" brushRef="#br1" timeOffset="-192305.51">26337 990 92 0,'0'0'387'16,"0"0"-251"-16,0 0-25 16,0 0 32-16,0 0-67 15,0 0-20-15,0-30 2 16,0 30-45-16,0 0-5 15,0 0-8-15,0 0-26 16,7 9 25-16,1 8 2 16,3 3 2-16,3 1-3 15,-3-6 11-15,1 2-11 16,-4-7 0-16,-1-5 0 16,-1-1-2-16,-4-4 2 0,4 0 0 15,0 0 15-15,5 0-14 16,3-2 30-16,1-11-31 15,-1-4 4-15,-5 1 4 16,-1 2-8-16,1 0 0 16,-2 0-1-16,-2 2 10 15,-1 3-2-15,-2 0 10 16,-2 3-7-16,0 2 24 16,2 4-30-16,-2 0 12 15,0 0-16-15,0 0 6 16,0 0-17-16,0 0 5 15,0 0-16-15,0 0 20 16,0 10-26-16,0 13 28 16,-13 6 0-16,-3 9 11 0,-1 6-20 15,-3 5 9-15,-1 1 0 16,2 2-3-16,3-6 9 16,1-5-6-16,1-8 0 15,3-7-5-15,4-3-2 16,2-9-72-16,5-6-90 15,0-8-77-15,12 0-358 16</inkml:trace>
  <inkml:trace contextRef="#ctx0" brushRef="#br1" timeOffset="-191994.59">26689 1131 637 0,'0'0'281'16,"0"0"-172"-16,0 0-14 16,0 0-1-16,0 0-44 15,0 0 2-15,-2-4-43 16,2-1 1-16,6 2 28 0,6-3-33 15,5-2-5-15,2 2 0 16,1 2-8-16,4 1 3 16,-2 3-40-16,3 0-52 15,-2 0-30-15,-6 7-126 16,-5 4-118-16,-8 1-46 16</inkml:trace>
  <inkml:trace contextRef="#ctx0" brushRef="#br1" timeOffset="-191808.33">26756 1187 176 0,'0'0'188'0,"0"0"-14"16,0 0-54-16,0 0-30 15,0 0 4-15,0 0-36 16,-32 19 1-16,32-19-12 16,0 0-19-16,12 0 43 0,15 0-20 15,9 0-44-15,6 0-7 16,3-5-100-16,1-2-42 15,-3-7-130-15,-5 1-291 16</inkml:trace>
  <inkml:trace contextRef="#ctx0" brushRef="#br1" timeOffset="-191393.07">27189 1109 385 0,'0'0'174'16,"0"0"-75"-16,0 0 0 15,0 0-32-15,0 0-44 0,0 0 15 16,2-4-30 0,-2 4 8-16,0 0 26 0,0 0-40 15,0 0 13-15,0 0-15 16,-4 8 3-16,-8 3 22 16,1 6-25-16,-1 2 4 15,6 1-2-15,2 1 2 16,4-3-6-16,0 1 2 15,0-5 0-15,10-5 1 16,9-3 1-16,1-6 28 16,-1 0 53-16,0 0-48 15,-3-4 9-15,-5-7-15 16,-1-3-17-16,-5-1-7 0,-3 1-4 16,-2 2 6-16,0 2 25 15,0 0-31 1,0 1-1-16,-5 1 0 0,-12 1-21 15,-1 2 20-15,3 2-31 16,3 1-23-16,3 0-2 16,7 0-71-16,2 2-39 15,0-4-83-15</inkml:trace>
  <inkml:trace contextRef="#ctx0" brushRef="#br1" timeOffset="-191091.24">27463 890 518 0,'0'0'222'16,"0"0"-129"-16,0 0-43 15,0 0-36-15,0 0-14 16,0 0 0-16,73 94-4 15,-66-50 9-15,-7 2 29 16,0 2 43-16,0 1-49 16,-18-3 17-16,-6 0-19 15,1 1-20-15,-2-8 17 0,8-5-23 16,-1-5 3 0,7-10-10-16,-3-4-49 0,1-8-145 15,0-7-187-15</inkml:trace>
  <inkml:trace contextRef="#ctx0" brushRef="#br1" timeOffset="-189239.16">27276 1006 228 0,'0'0'157'15,"0"0"-47"-15,0 0-33 16,0 0-27-16,0 0 4 0,0 0-29 16,0 0 6-16,0 0 13 15,0 0-1-15,0 0 34 16,0 0-17-16,0 0-32 15,0 0 20-15,0 0-36 16,0 0 5-16,0 0-7 16,0 0 0-16,0 0-10 15,0 0 0-15,0 0 0 16,-5 0-14-16,0 0 13 16,-5 4 1-16,-1 4-1 15,-3 2 3-15,1 3-2 16,-3 2 4-16,1 5-4 0,-1 3 19 15,3 0-17 1,1 6-2-16,5 0 0 0,5 4-4 16,2-3 3-16,0 2 1 15,2-4 0-15,15-6-13 16,4-3 20-16,-1-7-7 16,5-7 24-16,-5-5-8 15,0 0 37-15,-4 0-26 16,-1-2-11-16,1-12 22 15,-3-1-37-15,1-5 2 16,-5 3-3-16,-3-3-3 16,-1-1 2-16,-3 2-8 15,-2-3 9-15,0 0 19 0,0 0-14 16,0 3-5 0,0 6 0-16,0 0 8 0,0 4-13 15,-5 2 5-15,-1 0 0 16,-3 3-5-16,2-3 11 15,-2 2-6-15,1 0 0 16,-2 1-4-16,3 3 4 16,3 1 0-16,0 0 0 15,0 0-4-15,-1 0 4 16,3 0 0-16,-5 0 0 16,0 0-4-16,-1 0-2 15,-6 1 6-15,-1 15-5 16,-2 4-9-16,2 5 13 15,1-1 1-15,4 4-2 0,1 2 2 16,-1-2-7 0,8 2 7-16,2-6 0 0,0-4-14 15,0-4 11-15,2-6 1 16,12-6-5-16,7-4 14 16,5 0 9-16,0-2 7 15,1-14-20-15,-2-5 30 16,-7-2-29-16,-5-1 15 15,-4-1-19-15,-2-4-19 16,-5 0 17-16,-2 0 2 16,0 2 0-16,0 8-5 15,-22 2-39-15,-7 5-34 0,-4 7-62 16,-3 3-122-16,7-1-211 16</inkml:trace>
  <inkml:trace contextRef="#ctx0" brushRef="#br1" timeOffset="-187819.05">28822 994 128 0,'0'0'98'0,"0"0"-9"16,0 0 22-16,0 0-10 15,0 0 3-15,0 0-21 16,0-22-18-16,0 20 45 16,0 1-65-16,0 1-1 15,0 0 12-15,0 0-49 16,0 0 13-16,0 0-14 16,0 0 0-16,0 0-12 15,0 0-1-15,0 17-10 16,0 13 2-16,-4 9 23 15,-1 5-8-15,1 5 0 16,0 2 3-16,-1-3-2 16,1-4-1-16,-1-5 0 0,1-8-7 15,-1-7 13-15,3-4-6 16,0-8 0-16,2-2 5 16,0-6-1-16,0-1-4 15,0-3-42-15,0 0 22 16,0 0-80-16,0-18-91 15,0-7-298-15</inkml:trace>
  <inkml:trace contextRef="#ctx0" brushRef="#br1" timeOffset="-187516.07">28818 976 441 0,'0'0'172'16,"0"0"-51"-16,0 0-11 15,0 0-34-15,0 0 0 16,0 0-76-16,45-44 0 16,-30 44-13-16,-1 0 12 15,1 10 1-15,1 6 8 16,-3 2-7-16,-1 2 13 16,-6 2-14-16,-1 1 0 15,-5-1-7-15,0-7 3 16,0 2 0-16,0-6-4 0,-17 0 8 15,0-1 13-15,-3-4-13 16,3-3-9-16,3 0-1 16,7-3-143-16,7 0-116 15,0-10-190-15</inkml:trace>
  <inkml:trace contextRef="#ctx0" brushRef="#br1" timeOffset="-187165.13">29347 884 160 0,'0'0'208'0,"0"0"-122"15,0 0 42-15,0 0-21 16,0 0-40-16,0 0 9 15,0-2-36-15,0 2-6 16,0 0-11-16,0 0-16 16,-3 0-7-16,-13 20 14 15,-4 6-11-15,3 8 36 16,-2 6-18-16,7 4-8 16,5 5 29-16,5-3-41 15,2-2 0-15,0-3-1 16,9-6 0-16,15-3 1 15,7-6-1-15,5-10-26 16,8-7-43-16,1-9-174 16,1-11-322-16</inkml:trace>
  <inkml:trace contextRef="#ctx0" brushRef="#br1" timeOffset="-186618.35">29694 990 44 0,'0'0'421'0,"0"0"-259"16,0 0-67-16,0 0 8 0,0 0-32 16,0 0-17-16,-23-43-13 15,23 43-26-15,0 0 13 16,0 0-28-16,0 0-23 15,0 5 9-15,0 12 0 16,0 0 14-16,3 5 0 16,6-2 14-16,0-4-7 15,3-1-3-15,-6-8-4 16,3 0 0-16,-3-7 6 16,4 0-6-16,0 0 16 15,6-4-12-15,0-13 16 16,-1-3-20-16,-1-2 0 0,-4 0 3 15,0 1 8-15,-3 2-18 16,-3 6 15-16,-2 1-2 16,2 5 44-16,-4 5-38 15,0 2 0-15,2 0-10 16,-2 0-2-16,0 0 0 16,0 0-12-16,0 0-18 15,0 2 22-15,0 20-5 16,-6 9 13-16,-7 8 0 15,-3 8 4-15,1 3-4 16,3 4 0-16,1 0 2 16,2-3-3-16,2-2 1 15,3-6-26-15,4-6-26 16,0-7-74-16,0-9-32 0,0-14-176 16</inkml:trace>
  <inkml:trace contextRef="#ctx0" brushRef="#br1" timeOffset="-186275.55">30069 1101 635 0,'0'0'176'16,"0"0"-80"-16,0 0 15 15,0 0-18-15,0 0 12 16,0 0-35-16,-5 0-40 16,5-2 26-16,2-2-46 15,10-4 9-15,5-1-19 16,5 2-23-16,8 2 17 15,-1 3-33-15,0 2-51 16,-3 0-44-16,-3 0-75 16,-8 10-71-16,-6 1-155 15</inkml:trace>
  <inkml:trace contextRef="#ctx0" brushRef="#br1" timeOffset="-186109.65">30200 1168 28 0,'0'0'204'0,"0"0"-19"16,0 0 0-16,0 0-66 15,0 0-22-15,0 0-10 16,-62 43-44-16,62-43-10 16,0 0 10-16,9 0-3 15,17 0 33-15,10 0-73 16,11 0-7-16,4-2-65 16,2-10-222-16,1-5-325 15</inkml:trace>
  <inkml:trace contextRef="#ctx0" brushRef="#br1" timeOffset="-185792.83">30635 990 50 0,'0'0'380'0,"0"0"-249"16,0 0-18-16,0 0-12 15,0 0 61-15,0 0-75 16,0-16-34-16,0 16-2 16,0 0-22-16,0 0 22 15,0 0-39-15,0 0-6 16,0 0-12-16,0 10-26 16,0 16 32-16,-5 8-2 0,1 7 9 15,-2 1-10-15,-2-2 3 16,4-2-16-16,-1-4-32 15,5-6-73-15,0-4-37 16,0-10-80-16,0-12-152 16</inkml:trace>
  <inkml:trace contextRef="#ctx0" brushRef="#br1" timeOffset="-185498.33">30833 846 48 0,'0'0'592'15,"0"0"-478"-15,0 0-7 16,0 0 2-16,0 0-33 16,0 0-68-16,22-15-8 15,-10 30 10-15,1 16-10 16,1 10 8-16,-4 10-1 15,-7 3-7-15,-3 1 5 16,-3 0 7-16,-19-5-12 16,-7-4 0-16,-4-8 0 15,-9-4 0-15,-6-5-58 0,-2-15-180 16,-2-14-351 0</inkml:trace>
  <inkml:trace contextRef="#ctx0" brushRef="#br1" timeOffset="-183408.63">28060 688 238 0,'0'0'153'16,"0"0"-117"-16,0 0 34 15,0 0 15-15,0 0-7 16,0 0 5-16,0 0-50 16,0 0 27-16,0 0-10 15,0 0-16-15,0 0 17 16,0 0-37-16,0 0-11 15,0 0-3-15,0 3 12 16,0 14-12-16,0 1 7 16,0 3-3-16,0 5 17 15,0 1-17-15,0 1-4 16,0 4 18-16,0 0-7 0,0 4-9 16,0 3-2-16,0 2 4 15,0 3 5 1,0 3-9-16,0-1 0 0,0 0-2 15,0 1 3-15,0-1-1 16,0 0 0-16,0-3 7 16,0 3-6-16,0 0-1 15,-2 3 0-15,-1-1-4 16,1 3 8-16,-2 2-4 16,0 3 0-16,2 0 3 15,-3 3-4-15,-2-1 1 16,5-4 0-16,-1-4-3 15,-1-6 6-15,2-2-5 0,0-1 2 16,-3-1 0 0,3 4 1-16,0-2-1 0,0 4 0 15,2-2-3-15,-2-2 7 16,-1 0-4-16,-2-1 0 16,3 0 4-16,-2-1-10 15,-3-1 6-15,3 1 0 16,0-4-4-16,-1 0 11 15,-2 0-7-15,3 0 0 16,-1 2 2-16,-1 4 0 16,2 0-2-16,-4 0 0 15,6 0 1-15,-2 2 8 16,4 1 3-16,-2-1 4 16,-1-2-16-16,3 2 37 15,0-2-32-15,0 2 0 0,-2 0 11 16,-2 1-5-16,2 1-8 15,-3-1-1-15,0-5 3 16,1 4 14-16,0-5-19 16,-3 3 0-16,3 2 2 15,-4-2 3-15,4-6-5 16,-2 3 0-16,1-3 4 16,-1-4 10-16,1 0-4 15,0-2-8-15,3 0 6 16,0 1 5-16,0-2-12 0,-3 4-1 15,3-1 6-15,0 0 6 16,2-3-12-16,0 0 0 16,0-3-1-16,0-2 7 15,0-2-6-15,0-2 0 16,0 0 4-16,0 1-5 16,0 2 1-16,0 0 0 15,0 6-4-15,-2 0 9 16,0 1-5-16,-3 1 0 15,3 0 3-15,2-2-2 16,0 5 7-16,0-5-5 16,-2 3 1-16,-1 0 3 15,3-2-7-15,-2-3 0 16,2 0 2-16,-2-3-2 0,-1 2 0 16,3 2 0-16,-2 4-6 15,2 0 15-15,0 8-9 16,-8 8 0-16,3 1 1 15,-4-1 7-15,4-6 10 16,3-4-17-16,2 0 0 16,-2 1 7-16,0 1-8 15,0-3 0-15,-2 2 1 16,-1-5 2-16,3 0-3 16,2-4 0-16,0-7-7 15,0 3 16-15,0-9-9 16,-2 0 0-16,-1-5 2 15,3-5-6-15,0-2 4 0,0-1-35 16,0-4-11-16,0 0-145 16,0-16-97-1</inkml:trace>
  <inkml:trace contextRef="#ctx0" brushRef="#br1" timeOffset="-181409.26">25291 1837 141 0,'0'0'95'0,"0"0"-88"16,0 0 4-16,0 0 5 15,0 0 69-15,0 0 6 16,-8 0-25-16,8 0-22 15,0 0-6-15,0 0-4 16,0 0 31-16,0 0-19 16,0 0 6-16,0 0-4 15,0 0-26-15,2 0 15 16,11 0-14-16,1 0 2 16,3 0 3-16,6 0-13 15,1 0-8-15,1 0-3 16,4 0 7-16,2 0-1 0,3 0-10 15,3-2 6-15,5-5 18 16,1 2-23-16,-3 1 13 16,-2-1-11-16,0 5 2 15,0 0-5-15,-1-1 0 16,9 1 7-16,-2-3 9 16,5 2-16-16,0-2 9 15,0 3-2-15,-2-1 5 16,-5 1-15-16,-2 0 3 15,-5 0 0-15,4 0-1 16,-3 0 2-16,1 5-1 16,3 1 0-16,3-1 8 15,3-3-9-15,4-1 1 16,3-1 0-16,0 0 13 0,1 2-11 16,-2-2-2-1,-3 0 0-15,-1 2 4 0,0-2-4 16,-2 3 0-16,1-1 1 15,-1 0 0-15,4 1 7 16,4-1-8-16,2 0 9 16,-4-2-1-16,4 0-4 15,0 0-4-15,-2 0 5 16,0 0 5-16,-2 0-5 16,-2 0-5-16,-1 0 0 15,0 0 9-15,2 0-10 16,1 0 1-16,-2 0 0 15,2 0 8-15,-4 0 1 0,6 0-9 16,0 0 7 0,4 0 1-16,4-5-2 15,-2-4 4-15,-2 5-7 0,-2 1 9 16,-3 1-10-16,-1 2-2 16,-1 0 0-16,-2 0 8 15,-2 0-9-15,0 0 1 16,2 0 0-16,0 0 4 15,2 0 1-15,2 0-5 16,5-3 3-16,3 3 9 16,1 0-12-16,0 0 0 15,3 0 0-15,-1 0 7 0,4 0-5 16,3 0-2-16,5 0 4 16,4 0 5-1,1-2-3-15,-4 1-6 16,-1-2 0-16,-5 2 12 0,-4 1-12 15,-2 0 0-15,-2 0-1 16,-1 0 8-16,1 0-10 16,1 4 3-16,1-3 0 15,6 1 4-15,1-2 0 16,5 0-4-16,6 0 3 16,4 0 8-16,2 0-5 15,-4 0-6-15,-3 0 0 16,-6 3 11-16,-9 1 1 0,-3-1-12 15,-6 2 7 1,-8-1 3-16,-13-2-6 0,-5-2-4 16,-12 0 0-16,-3 0 12 15,-1 0-6-15,-5 0 0 16,5 0-6-16,-5 0 13 16,0 0-15-16,-2 0 2 15,-4 0 0-15,-1 0-8 16,-4 0 8-16,0 0-23 15,0 0-23-15,0 0-83 16,-14 14-115-16,-22 4-73 16,-12-1-262-16</inkml:trace>
  <inkml:trace contextRef="#ctx0" brushRef="#br1" timeOffset="-179200.25">25256 771 199 0,'0'0'139'0,"0"0"-15"0,0 0-26 15,0 0-23-15,0 0 4 16,0 0-53-16,0-1 2 16,0 1-11-16,0 0-16 15,0 0 17-15,0 0-14 16,0 0 0-16,2 0-4 15,0 6 0-15,0 10 0 16,3 6 8-16,0 4-7 16,-3 2 24-16,0 4-23 15,0 3-2-15,-2-1 31 16,3 2-25-16,-3 1 17 16,0 4-5-16,0 0 1 0,0 3 16 15,0 3-26-15,0-3-6 16,0 2 18-16,0-2-16 15,0 5 0-15,0-1 9 16,0 0-14-16,0 0 28 16,-5 0-26-16,1 4-2 15,-1 0 13-15,-4 6-3 16,3 0-6-16,-1-1-4 16,2-1 6-16,-2-6 4 15,3-4-10-15,2-5 0 16,-2 0 3-16,1-1 3 0,-1 0-6 15,2 3 0-15,0-1 2 16,-4 4 4-16,4 0-6 16,-2 0 0-16,0-2 2 15,1 1 3-15,1-1-5 16,2 0 0-16,-2-3 5 16,0 0 0-16,-2-1-5 15,2-3 0-15,-4 2-5 16,4-3 18-16,0 0-13 15,0 1 1-15,0-2 6 16,-1 1 2-16,1 1-9 16,0 1 0-16,0-3-1 15,0 2 7-15,0-1-6 16,-4 0 0-16,4 0 2 0,0 0 2 16,2 1-4-16,0-3 0 15,0 4-4-15,-2-2 11 16,0 4-7-16,-3 4 0 15,1-3 3-15,-2-6 4 16,-2-5-6-16,4-3 1 16,0 4-3-16,-1 2 12 15,-1 0-11-15,1 1 0 16,-2-2 5-16,3-2-4 16,-1 2-1-16,1-6 0 15,2 0-3-15,0-1 8 16,-3-1-5-16,3 2 0 15,0 0 3-15,-3 2-2 0,1 0-1 16,-1 2 0 0,-1 3-4-16,-1 0 20 0,-2 0-10 15,4-3-6-15,1 0 5 16,0-2 0-16,4 0-5 16,-2 0 0-16,-1 2-3 15,3 0 13-15,-2-2-10 16,0-1 0-16,0-2 2 15,-1-1-2-15,1-1 0 16,-1-1 0-16,3 0-2 16,-2 2 10-16,2 2-8 15,-2-2 0-15,0-2 2 0,0 0 4 16,-2-2-6-16,1 2 0 16,-1 0 7-16,2 2 0 15,-3 7-7-15,-2 1 0 16,3 4 3-16,-3 0 7 15,-1 3 0-15,2 2-8 16,0-5-2-16,-1 0 7 16,5-4-7-16,-2-3 1 15,2 3 0-15,2-9 14 16,0 2-15-16,-2-8 0 16,2-1-3-16,-2-2 8 15,-2 0-5-15,4 0 0 16,0 5 2-16,-2 1-1 0,2 4-1 15,-2 3 0 1,2 4-2-16,-2-2 8 0,0 3-6 16,0-6 13-16,2-5-5 15,0-9-3-15,0-1-5 16,0-8 0-16,0-3 3 16,0 0 1-16,0-1-8 15,0-26-17-15,0-17-63 16,0-24-99-16,0-36-345 15</inkml:trace>
  <inkml:trace contextRef="#ctx0" brushRef="#br1" timeOffset="-177476.21">24028 993 32 0,'0'0'58'16,"0"0"1"-16,0 0 8 16,0 0 67-16,0 0-21 15,0 0-9-15,0 0 17 16,17-70-64-16,-17 68 14 15,0 2-1-15,0 0-36 16,0 0 17-16,0 0-45 16,0 0 5-16,0 0-6 15,0 0 5-15,0 0-10 16,0 0 0-16,2 0 4 0,-2 0-7 16,0 0 3-16,0 0-10 15,0 3-3-15,0 17-8 16,0 10 21-16,0 4 0 15,0 4 0-15,0 4 7 16,0 3-3-16,0 2-4 16,-4 4 10-16,0 2-5 15,0 0 9-15,-1 1-6 16,-2 4-7-16,0 2 30 16,1 3-26-16,-3 3 1 15,2 2 0-15,0 3 5 16,1-3-11-16,4-3 0 15,-3-2 2-15,3-5 6 0,-2-4-4 16,-1 2-4-16,2 1 1 16,1-1 10-1,0 0-11-15,2-3 0 0,-2 2 1 16,0-3 2-16,-3 3-2 16,-1-2-1-16,-1 1 0 15,-2 5 5-15,-2-1-5 16,1 2 0-16,2 2 0 15,1 2 2-15,3-2 1 16,2 1-3-16,0-5 2 16,2-2 6-16,0-1 0 15,0 3-3-15,0 2-5 0,0-2 29 16,0-1-24-16,0-5 3 16,0-3 0-16,-2-3 2 15,2-5-7-15,-3-3-3 16,0-5 1-16,3 0 0 15,-2 2 1-15,0 4-2 16,0 3 0-16,0 2 13 16,0 0-12-16,2 2-1 15,-3-2 0-15,3-1 10 16,0-3-5-16,-2-4-5 16,0 0 9-16,-2 2 1 15,-1 2-5-15,0 0-5 16,-1 2 1-16,1-2 0 0,1 0 1 15,0 2-2 1,-1-2 0-16,0 1 7 0,1-1-9 16,2 0 2-16,-3-2 0 15,1-5 9-15,2 4 0 16,-2-3-9-16,-1-1 2 16,3-1 8-16,-3-1-9 15,3-2-1-15,-1-1 0 16,3-2-1-16,0-2 5 15,0 0-4-15,0 7 0 16,0 2 7-16,-2 5-7 16,2 2 1-16,-2-1 4 15,0-10 3-15,0-2-4 16,2-9-4-16,0-6 0 16,0-5 9-16,0-3-3 0,0 1-6 15,0-1 0-15,0 1 2 16,0 4-2-16,0 4 0 15,0 4-2-15,0 0 3 16,0 0-8-16,0-5 7 16,0-2 0-16,0-6-12 15,0-1 14-15,0-3-4 16,0 0-5-16,0 0-44 16,0 0-39-16,0-11-140 15,0-15-435-15</inkml:trace>
  <inkml:trace contextRef="#ctx0" brushRef="#br1" timeOffset="-176375.26">24126 1898 18 0,'0'0'36'16,"0"0"-15"-16,0 0-14 16,0 0 31-16,0 0-5 15,0 0-16-15,-33 15 20 16,21-15 18-16,3 0-4 0,1 0 30 16,0 0-48-16,2 0-6 15,1 0-2-15,1 0-22 16,-2 0 13-16,-1 0-16 15,-5 0 0-15,6 0-5 16,-3 0 17-16,0 0-5 16,4 0 25-16,5 0 3 15,0 0 20-15,0 0-5 16,0 0 2-16,0 0 33 16,0 0 0-16,16 0-53 15,6 0-9-15,3 0 1 16,4 0 16-16,6 0-36 15,4 0-4-15,3 1 13 0,0 6-7 16,3-3-6-16,-3 1 0 16,1-3 3-1,1-2 3-15,-1 0-6 16,3 0 0-16,6 0 3 0,-2 0 1 16,4 0-4-16,0 0 0 15,-5-7 4-15,-3-8 7 16,2 3-9-16,-6 0 4 15,-5 3 28-15,-6 1-25 16,-4 2 8-16,-6-2-14 16,-6 4 3-16,-1 2 14 15,-3 0-20-15,2 0 4 0,-2-1 4 16,5 1-1 0,-1 0-7-16,4 1 0 0,0-3 2 15,1 2 5-15,3-3-7 16,-1 0 0-16,2-2-3 15,-3-1 6-15,-6 3-6 16,-6 2 1-16,-4 1-16 16,-5 2 16-16,0 0-48 15,0-2-46-15,-14-3-2 16,-15-2-97-16,-9-5-227 16</inkml:trace>
  <inkml:trace contextRef="#ctx0" brushRef="#br1" timeOffset="-175496.61">24502 1145 125 0,'0'0'247'15,"0"0"-87"-15,0 0-5 16,0 0-38-16,0 0-13 16,0 0-22-16,0-67 9 15,0 63-44-15,0 1 30 16,0 3-21-16,0 0-24 16,0 0 13-16,0 0-45 15,0 0-1-15,5 0-6 16,11 7-7-16,6 14 14 15,7 4 0-15,-1-1 4 0,-1 1-3 16,0-4-1-16,-7-9 0 16,-1-1-3-1,-6-2-2-15,-7-9 4 0,-2 0-8 16,1 0 9-16,-2 0-10 16,-3 0 10-16,4 0 0 15,0 0-6-15,3-5-3 16,2-11 3-16,2-2-1 15,-2-2 7-15,0 1-4 16,0 4 4-16,-2-1 0 16,-1 1 0-16,-2 5 11 15,1 1-9-15,-3 0 3 0,0 4 1 16,-2 0 11-16,3 4-15 16,-3 1-2-16,0 0 7 15,0 0-1-15,0 0-7 16,0 0 1-16,0 0 0 15,0 0 1-15,0 0-1 16,0 0-8-16,0 3 4 16,-7 16-2-16,-4 5 6 15,-5 6 0-15,1 8 1 16,-1 8-4-16,1 4 3 16,-2 7 0-16,2-2-4 15,-1-2 7-15,6-7-3 16,1-10 0-16,1-10 2 15,6-3-2-15,0-12 0 16,0-1 0-16,2-6-3 0,0-2 9 16,-2-2-12-16,2 0-40 15,-2 0-81-15,-1 0-5 16,-1 0-127-16,0 0-396 16</inkml:trace>
  <inkml:trace contextRef="#ctx0" brushRef="#br1" timeOffset="-174550.24">24500 2271 37 0,'0'0'125'0,"0"0"-7"16,0 0 10-16,0 0 25 16,0 0-52-16,0 0-37 15,9 0 35-15,-7 0-21 16,-2 0-14-16,0-5-2 15,3-5-32-15,-1 1 6 16,-2 1-9-16,2 0 0 0,0 1 20 16,-2 3-20-16,0-1-3 15,0 5-5-15,0 0-8 16,0 0-3-16,0 0-8 16,0 0 2-16,0 0-16 15,0 0 4-15,0 2-8 16,0 20 13-16,0 7 1 15,0 8 4-15,0 2 0 16,0 5 1-16,0 0 19 16,-2-2-19-16,-2-2 9 0,-1-3-5 15,0-7 8-15,3-5-11 16,0-4-2 0,0-7 5-16,2-7 2 0,0-2-3 15,0-3-4-15,0-2 0 16,0 0-18-16,0 0-38 15,0 0-65-15,0 0-77 16,6-10-450-16</inkml:trace>
  <inkml:trace contextRef="#ctx0" brushRef="#br1" timeOffset="-172324.54">26109 2246 197 0,'0'0'137'0,"0"0"-56"16,0 0 53-16,0 0-50 16,0 0 1-16,0 0-20 15,7-12-12-15,-7 9 21 16,0 2-16-16,0 1-3 15,2 0 16-15,-2 0-52 16,0 0 2-16,0 0-21 16,0 0 6-16,0 0-11 15,0 0 5-15,0 0 0 16,-2 0-1-16,-7 14 2 16,-1 1-1-16,-4 4 0 15,5 1 0-15,0-1-3 16,0 6 3-16,4-1 0 0,5 2 3 15,0-2 5 1,0 0-8-16,0 0 0 0,17-4 0 16,2 0 12-16,6-4-10 15,-3-4 5-15,1-2 4 16,-4-6-3-16,-1-4-8 16,1 0 12-16,-4 0-10 15,3-16 26-15,-3-6-27 16,-1-2 1-16,1-2 11 15,-4 0-5-15,-1 0 2 16,-4 0-10-16,-6-3 4 16,0 4-4-16,0-1 0 15,0 2 0-15,-9 4 14 16,-2 3-12-16,-2 8-4 16,-3 1 2-16,-2 3-48 0,2 5 1 15,-1 0-46-15,3 0-72 16,3 21-64-16,3-3-261 15</inkml:trace>
  <inkml:trace contextRef="#ctx0" brushRef="#br1" timeOffset="-171982.74">26484 2370 338 0,'0'0'112'0,"0"0"-55"16,0 0 19-16,0 0-32 15,0 0-44-15,0 0-29 16,3-12-7-16,1 12 36 16,-2 0 3-16,-2 0 24 15,2 0 36-15,-2 0 29 16,3 0-19-16,-3 0 23 15,0 0-1-15,0 0-29 16,0-10-22-16,0 0-22 16,0 2-8-16,0 2-4 15,0 1-10-15,0 2-19 0,0 3-35 16,0 0-81-16,0 0-106 16,0 0-228-16</inkml:trace>
  <inkml:trace contextRef="#ctx0" brushRef="#br1" timeOffset="-171288.14">26712 2271 122 0,'0'0'273'0,"0"0"-176"0,0 0-34 15,0 0 20 1,0 0-35-16,0 0-9 0,0-1 18 16,0-1 3-16,0 2 29 15,2-4-8-15,0-1-3 16,0-2 17-16,4-1-66 16,0 2-14-16,0-2 18 15,1 4-31-15,-1 0-2 16,3 2 0-16,0 2 5 15,2 0-20-15,3 0 15 16,1 0 0-16,-1 0-2 16,-3 14-7-16,-5 1 8 0,-3 6-2 15,-3 1-4 1,0 2-1-16,0 0-1 0,-18-1 5 16,-2 0 0-16,0-3-1 15,0-5-1-15,6-6 6 16,6-4-1-16,3-5-7 15,5 0 16-15,0 0-5 16,0 0 23-16,0 0-25 16,7 0 11-16,3-7-12 15,2 3 4-15,3 4-10 16,-1 0 2-16,4 0 4 16,0 0-6-16,-1 0-3 15,1 16 9-15,-2 2-11 16,-7 3 1-16,-3-4-1 15,-6 1 2-15,0-2-4 0,0-2 8 16,-18-2-6-16,1-2 11 16,-3-2 33-1,0-1-18-15,0-5 22 0,4 0-29 16,3-2 14-16,6 0 14 16,3 0-27-16,1 0 18 15,1 0-11-15,-1 0-16 16,3 0 13-16,-2 0-13 15,2 0-25-15,0 0-25 16,0 0-89-16,0-4-33 16,0-4-236-16</inkml:trace>
  <inkml:trace contextRef="#ctx0" brushRef="#br1" timeOffset="-170710.63">27110 2307 339 0,'0'0'121'16,"0"0"8"-16,0 0-38 15,0 0-6-15,0 0 75 16,0 0-92-16,42-34 18 15,-42 32-1-15,0 2-34 0,0-1 12 16,0 1-33-16,0 0-23 16,0 0 9-16,0 0-15 15,0 0-1-15,0 0 0 16,0 0-3-16,0 0 2 16,0 0-4-16,0 0 5 15,-8 0 10-15,-5 8-10 16,-3 6 0-16,1 1-1 15,3 2 7-15,3-1-10 16,5-5 4-16,2 1 0 16,2-1-11-16,0-1 11 15,2 0 0-15,15 2-3 16,6 0 11-16,4 2-3 0,2 0-5 16,-3 2 7-1,-3-2-4-15,-8-2 0 0,-5-2-3 16,-8 0 0-16,-2-2-14 15,0 1 13-15,0-2-2 16,0 2 3-16,-14-4-7 16,-1 1 15-16,-3 1-2 15,-3-6-6-15,2-1 2 16,-2 0-6-16,3 0-12 16,3 0-35-16,4 0-25 15,4-8-61-15,7-7-82 16,0-4-256-16</inkml:trace>
  <inkml:trace contextRef="#ctx0" brushRef="#br1" timeOffset="-170464.41">27106 2288 580 0,'0'0'280'16,"0"0"-159"-16,0 0-2 15,0 0-13-15,0 0-91 16,0 0 16-16,102-17-24 16,-63 16 3-16,-6-1-5 15,-4 0 4-15,-9 0-9 0,-6-1 0 16,-6 3-7-16,-1 0 3 16,-1 0-104-16,6-2-107 15,-3-1-295-15</inkml:trace>
  <inkml:trace contextRef="#ctx0" brushRef="#br1" timeOffset="-169248.95">29426 2268 137 0,'0'0'214'16,"0"0"-100"-16,0 0-21 16,0 0 11-16,0 0-42 15,0 0-8-15,0 0 33 16,0 0-47-16,0 0 2 15,0 0-4-15,0 0-20 16,0 0 16-16,0 0-34 0,-2 0 4 16,-11 10-8-16,-5 5 5 15,3 8-1-15,-1 1 0 16,3 2 3-16,4 6-11 16,2-2 8-16,5 2 0 15,2 1-9-15,0-6 12 16,9-1-3-16,11-8 0 15,4-4 3-15,3-5 9 16,2-8-9-16,2-1-1 16,-2 0 52-16,-2-14-53 15,-2-5 13-15,-8-8-8 16,-1-3 2-16,-3-1 20 0,-6-1-11 16,-3 1 6-16,-4 1 35 15,0 7-49-15,0 2 3 16,-9 7 4-16,-4 3-10 15,-5 8-12-15,-7 1 3 16,-1 2-24-16,0 0-1 16,1 0-58-16,7 2 11 15,5 3-31-15,5 4-69 16,8-1 4-16,0 2-266 16</inkml:trace>
  <inkml:trace contextRef="#ctx0" brushRef="#br1" timeOffset="-169062.54">29729 2396 998 0,'0'0'186'0,"0"0"-81"16,0 0-63-16,0 0-19 16,0 0 3-16,0 0-26 15,3-20-6-15,-3 20-42 16,3 0-105-16,-1 0-68 15,4 0-226-15</inkml:trace>
  <inkml:trace contextRef="#ctx0" brushRef="#br1" timeOffset="-168198.6">30020 2246 94 0,'0'0'243'16,"0"0"-132"-16,0 0 39 15,0 0-34-15,0 0-14 16,0 0 1-16,22-29-66 15,-18 24-3-15,3 3 7 0,-3-2-24 16,-2 1 14-16,-2 3-5 16,0 0-9-16,0 0 18 15,0-2-21-15,0 2 0 16,0 0 17-16,0 0-26 16,0 0 2-16,0 0-7 15,3 0 4-15,-3 0-5 16,0 0 1-16,0 0 0 15,0 0 7-15,0 0 4 16,0 0-10-16,0 0-1 16,0 0 4-16,0 0-4 15,0 0 0-15,0 0 3 0,0 0 26 16,0 0-25 0,0 0 6-16,0-2 5 0,0 2-12 15,0-3 29-15,4-2-30 16,1 3-2-16,2-2 0 15,-1 3 5-15,-2-2-5 16,1 3 0-16,-5-1 5 16,2-2-1-16,-2 3-4 15,0 0 0-15,0 0-1 16,0 0 1-16,0 0-1 16,0 0-4-16,0 0-6 15,0 0 6-15,0 0-9 16,0 0-1-16,-9 12 2 15,-8 14 26-15,-1 5-13 0,-3 3 0 16,6 0 2-16,1 0 1 16,4 2-3-1,7-4 0-15,3-2-9 0,0-4 4 16,3-2 0-16,15-6-7 16,3-6 12-16,4-4 1 15,-2-8-1-15,-1 0 0 16,-2 0 3-16,-6-4 2 15,-6-10-5-15,-3 0 0 16,-5-2-2-16,0 2 2 16,0 0 9-16,0 4-1 15,0 4-8-15,-9 2-3 0,-3 4-1 16,-1 0 4-16,-5 0-18 16,-1 2 14-16,-2 13-53 15,4 0-42-15,3 1-30 16,10-1-131-16,4-10-217 15</inkml:trace>
  <inkml:trace contextRef="#ctx0" brushRef="#br1" timeOffset="-167762.98">30501 2270 293 0,'0'0'229'0,"0"0"-196"0,0 0 32 16,0 0 4-16,0 0-41 15,0 0 1-15,-20-11-8 16,7 11 0-16,-1 0 32 16,3 2-17-16,-1 7-12 15,6-1-3-15,0 2-21 16,-1 2 0-16,5 4-4 15,0-1 14-15,2 5-13 16,0-3 3-16,0 1 0 16,0 2 4-16,4 0-2 0,9-2 32 15,-1-2 4-15,-4-2-28 16,-3-2 22-16,-5-4-31 16,0 0 11-1,0-2 10-15,0 0-15 0,0 0-2 16,-2 0 1-16,-11 2-6 15,-3-1 40-15,-5 0-40 16,4-4 0-16,-1-3-37 16,-2 0-83-16,4 0-34 15,7-17-105-15,5-4-258 16</inkml:trace>
  <inkml:trace contextRef="#ctx0" brushRef="#br1" timeOffset="-167556.33">30387 2242 754 0,'0'0'265'0,"0"0"-180"15,0 0-41-15,0 0 6 16,0 0-45-16,0 0 7 16,177-22-11-16,-158 22 6 15,-3 0-14-15,0 2 5 16,-5-2-69-16,4 2-35 15,3-2-188-15,-3 0-354 16</inkml:trace>
  <inkml:trace contextRef="#ctx0" brushRef="#br1" timeOffset="-165886.54">31473 938 159 0,'0'0'126'0,"0"0"32"16,0 0-19-16,0 0-73 16,0 0 14-16,0 0-1 15,-6-26-16-15,0 23-8 16,4-3-19-16,0 1-17 16,2 3 52-16,0 0-61 15,0 2 11-15,0 0 8 16,0 0-24-16,0 0 5 15,0 0-10-15,0 0 1 16,0 0-9-16,0 0-14 0,-4 20 5 16,-3 10 12-16,1 10 5 15,-4 10-1-15,4 6 1 16,-3 13 4-16,-2 5 5 16,2 6-8-16,-2 7-1 15,-1-3 4-15,1 4 5 16,1 4-2-16,-2-1 2 15,5 1-6-15,1-7 27 16,4-6-29-16,2-5 19 16,0-4-8-16,0 1-5 15,0-4 0-15,0 0-7 0,0-6 5 16,0-3-3-16,-2-3 0 16,-5-2-2-16,0-1 0 15,0-4 10-15,3-2-15 16,0 2 5-16,1 1 0 15,3-2 1-15,-2 2 2 16,-2-3-3-16,1 0 0 16,1-4 11-16,-1 2-12 15,-1 2 1-15,0 2 0 16,-3 2 2-16,1 0 3 16,-2-1-5-16,4-4 8 15,-2 0 1-15,-1-1-5 16,3-2-4-16,-6 1 1 15,4-4 9-15,-1 1-4 0,1 0-6 16,4-1 0 0,-4 1 10-16,2-2-11 0,2 3 1 15,-2 0 0-15,4-1 8 16,-3 0-2-16,3-2 2 16,-4-2-3-16,0 0 8 15,-3 3-10-15,0-3-3 16,-2 2 1-16,3 4 6 15,-1-1-2-15,2-2-5 16,3-1 4-16,0 1 7 16,2-8-6-16,0 0-5 15,0-4 5-15,0-3 4 0,0 1-4 16,0-6-5 0,0 0 0-16,0-7 14 0,-2-2-17 15,2-4 3-15,0-4 0 16,0-1 0-16,0 2 0 15,0-1-6-15,0-2-7 16,0 0-40-16,0 0-2 16,0-8-83-16,4-10-53 15,0-6-53-15,4-8-218 16</inkml:trace>
  <inkml:trace contextRef="#ctx0" brushRef="#br1" timeOffset="-165026.45">32039 1136 76 0,'0'0'142'0,"0"0"-62"0,0 0 38 16,0 0-7-16,0 0 13 16,0 0-30-16,-11-15-56 15,11 15 30-15,0 0-1 16,0 0-30-16,0 0 6 15,0 0-43-15,0 0-16 16,0 10 13-16,0 18-21 16,-7 10 21-16,3 8 3 15,2 2 0-15,0 0 9 16,0-7-9-16,-1-5 0 16,0-8 9-16,-1-7-7 15,2-6-2-15,2-7 0 16,-2-4 9-16,2-2-9 0,0 0 0 15,0-1-52 1,0-1-9-16,0 0-24 0,0 0 1 16,0-5-152-16,11-15-172 15</inkml:trace>
  <inkml:trace contextRef="#ctx0" brushRef="#br1" timeOffset="-164703.68">32034 1153 383 0,'0'0'159'16,"0"0"-43"-16,0 0-6 16,0 0 7-16,0 0-43 0,0 0-10 15,19-128-28-15,-11 123-28 16,4 1 31-16,-1 1-35 16,0 0-4-16,0 3 2 15,0 0 5-15,0 0-14 16,-1 3 7-16,-4 11 0 15,-2 0-3-15,1 4-1 16,-5-3 2-16,0 3 1 16,0 3 1-16,-13-3 2 15,-10 2 2-15,1-3-2 16,-3 2 9-16,3-5-11 16,2 0-33-16,9-3-35 15,7-6-100-15,4-3 3 16,8-2-178-16,21 0 129 15</inkml:trace>
  <inkml:trace contextRef="#ctx0" brushRef="#br1" timeOffset="-163821.91">31895 1824 70 0,'0'0'58'16,"0"0"-1"-16,0 0 7 16,0 0 7-16,0 0-27 15,0 0 51-15,0 0-14 16,-127-18-18-16,115 18 21 16,5 0-40-16,3 0-18 15,2 0 9-15,2 0-31 0,0 0 19 16,0 0 0-1,0 0-15-15,0 0 4 0,0 0-12 16,0 0 0-16,0 0 1 16,0 0-1-16,0 0 0 15,0 0-2-15,0 0 2 16,0 0-3-16,0 0 3 16,0 0 0-16,0 0 0 15,0 0-42-15,0 0-33 16,0 0-74-16,-2 0-187 15</inkml:trace>
  <inkml:trace contextRef="#ctx0" brushRef="#br1" timeOffset="-163246.5">31322 1842 176 0,'0'0'91'0,"0"0"-14"15,0 0 2-15,0 0 33 16,0 0-21-16,0 0-64 0,-38 0 4 16,35 0 21-16,-2 0 16 15,3 0 40-15,2 0-51 16,0 0-7-16,0-2 1 16,0 0-40-16,19 1 11 15,16-3-20-15,9-3 11 16,12 2-15-16,12-2 2 15,7 2 0-15,16-8 1 16,9 4 12-16,8-3-13 16,-4 1 0-16,-3 5 6 15,-12 3 5-15,-9 3-10 0,-13 0 4 16,-11 0-5-16,-11 0 2 16,-3 0-2-16,-9 0 0 15,0 0 1-15,-1 0 9 16,-3 1-10-16,-7-1 0 15,-4 0-2-15,-5 0 10 16,-6 0-8-16,-3 0 0 16,-2 0 2-16,-2 0-7 15,0 0-63-15,0 0-63 16,0 7-123-16,-21 0-150 16</inkml:trace>
  <inkml:trace contextRef="#ctx0" brushRef="#br1" timeOffset="-162273.29">32084 2133 22 0,'0'0'25'16,"0"0"-4"-16,0 0 54 0,0 0-17 15,0 0 8 1,0 0-7-16,0-7 15 0,0 7 52 16,0-3-33-16,0 3-8 15,0 0 6-15,0-4-27 16,0 3-20-16,0-4-22 15,0-1-1-15,0 3 30 16,0-6-48-16,0 3 3 16,2-2 16-16,0 2-10 15,0 2 26-15,-2 0-21 16,2 2 8-16,-2 2 25 16,0 0-41-16,0 0 8 15,0 0-17-15,0 0 0 0,3 0 0 16,-1 0-15-1,3 0-3-15,-1 16 11 0,3 12 7 16,-5 11 0-16,0 2-2 16,-2 12 3-16,0-2-1 15,0 0 0 1,0-1 1-16,0-9 17 0,0-4-17 16,-2-8 8-16,0-10 4 15,2-7-7-15,0-3 4 16,0-8-10-16,0-1 4 15,0 0 11-15,0 0-12 16,0 0-6-16,0 0-24 16,-2 2-133-16,0-2-103 15,-3 0-380-15</inkml:trace>
  <inkml:trace contextRef="#ctx0" brushRef="#br1" timeOffset="-160703.68">24417 3081 49 0,'0'0'145'0,"0"0"-22"15,0 0-39-15,0 0 24 16,0 0-21-16,0 0-19 16,0 0-23-16,14-7-13 15,-14 5 35-15,0 2-2 16,0 0-9-16,0-3 17 15,0 3-35-15,0 0-1 0,0 0-4 16,0 0-33-16,0 0 19 16,0 0-19-16,0 0 2 15,-6 0 18-15,-6 0-20 16,-3 9 0-16,1 5 0 16,-1 2 7-16,-1 8-8 15,3 3 2-15,1-1 4 16,6 6 5-16,3 3-1 15,3-3-9-15,0 0 3 16,0-3 8-16,5-7-11 0,9-8 0 16,-4-8 3-1,4-6 24-15,4 0-18 0,2 0 18 16,3-3-5-16,0-12-16 16,4-7 3-16,0-2-9 15,-4-5 2-15,-4 3 5 16,-5 0-3-16,-3 1-4 15,-4 4 0-15,-5-1 1 16,-2 2-11-16,0 2 5 16,0-2-5-16,-5 0-2 15,-10 0-9-15,-5-1 10 16,-2 1 9-16,-5 5-30 16,0 2-8-16,3 3 0 15,1 5-48-15,4 2-43 16,5 3-95-16,7 0-250 0</inkml:trace>
  <inkml:trace contextRef="#ctx0" brushRef="#br1" timeOffset="-157044.42">26215 2959 69 0,'0'0'84'0,"0"0"-5"15,0 0 13-15,0 0 39 16,0 0 0-16,0 0-41 15,0 0 10-15,0 0-29 16,0 0-7-16,0 0-3 16,0 0-37-16,0 0 26 15,0 0-24-15,0 0-14 16,0 0 16-16,-2 0-26 16,-2 0-2-16,0 3 0 15,-2 5-2-15,-5 6-8 0,-5 4 10 16,3 1-1-16,-3 6-13 15,3 1 11-15,1 0 3 16,3 1-2-16,5 7 4 16,2-5-12-16,2 0 10 15,0 2 0-15,0-4 14 16,13-4-8-16,7-5-2 16,1-3 0-16,-4-8 4 15,3-3 8-15,-1-4-16 16,-2 0 0-16,1-4 12 15,2-15-3-15,-2-8-5 16,0-7-4-16,-3-4 11 0,-2-2-3 16,-3-1-8-1,-6 3 1-15,-4 6-12 0,0 6 11 16,0 4 0-16,-9 7 0 16,-7 3-26-16,-4 6 9 15,0 6-15-15,0 0-28 16,0 0 48-16,5 4-54 15,2 10-44-15,5 1-26 16,6 2-151-16,2-5-30 16</inkml:trace>
  <inkml:trace contextRef="#ctx0" brushRef="#br1" timeOffset="-156838.4">26566 3078 848 0,'0'0'203'16,"0"0"-69"-16,0 0-53 16,0 0-49-16,0 0-5 15,0 0-23-15,7-21-8 16,-7 21-2-16,2 0-58 16,1 0-40-16,2 0-80 15,5 0-156-15,1 5-101 16</inkml:trace>
  <inkml:trace contextRef="#ctx0" brushRef="#br1" timeOffset="-155320.89">26948 2900 60 0,'0'0'115'0,"0"0"1"16,0 0-20-16,0 0-5 15,0 0-11-15,0 0-38 16,2-9 13-16,-2 9-16 16,0 0-22-16,0 0 28 15,0 0-27-15,0 0-9 16,0 0 20-16,0 0-24 16,0 0 28-16,0 0 7 15,0-2-18-15,0 1 28 16,2-2-24-16,1-3-2 0,-1 2 2 15,2-2-22-15,-2 5 18 16,-2-2 0-16,0 3-6 16,0 0 19-16,0 0-35 15,0 0 0-15,0 0-1 16,0 0-10-16,0 0 0 16,0 8-4-16,0 12 15 15,-2 3-6-15,-9 2 6 16,-3 4 0-16,-1-3 5 15,-1-1 5-15,-1 0-7 16,3-5-1-16,3-5 7 16,0-2-4-16,6-7-5 15,1-5 0-15,4 2 6 0,0-3 1 16,0 0 2-16,0 0-9 16,0 0 7-16,4 0 30 15,14 0-20-15,3-4-14 16,2 0-3-16,4 4-3 15,4 0 2-15,1 0 0 16,-1 5-16-16,-2 18 7 16,-4 1-28-16,-9 2-6 15,-10 5 24-15,-6-4-14 16,0 1 20-16,-6-4 2 16,-17-3 12-16,-2-3 1 15,-6-7 4-15,2-3-3 16,2-3 16-16,4-5-15 0,0 0 16 15,7 0-2-15,3 0-3 16,4-9 26-16,4-1-27 16,1 5 11-16,4-2-1 15,0 4-14-15,0-1-3 16,0 1-6-16,0-1-5 16,0 0 4-16,0-2-71 15,12-4 6-15,0-2-23 16,1-2-112-16,1-2-90 15,-3-4-197-15</inkml:trace>
  <inkml:trace contextRef="#ctx0" brushRef="#br1" timeOffset="-155068.03">26909 2958 362 0,'0'0'268'16,"0"0"-158"-16,0 0 20 16,0 0-58-16,0 0-51 15,0 0 6-15,0 0-2 16,119-41-25-16,-95 38 15 16,-5-2-13-16,-4 3-2 15,1 2 0-15,-1 0-76 0,5 0-102 16,-1 0-140-1,0 0-45-15</inkml:trace>
  <inkml:trace contextRef="#ctx0" brushRef="#br1" timeOffset="-154427.06">27276 2980 148 0,'0'0'75'0,"0"0"-62"15,0 0 24-15,0 0 4 16,0 0 27-16,0 0 2 0,0 4-16 16,0-4 41-16,0 0-17 15,0 0-14 1,0 0 19-16,0 0-28 0,0 0-5 16,0 0 22-16,0 0-31 15,0 0 8 1,0-7-36-16,4 0-9 0,3-4 19 15,1 1-22-15,4 2-1 16,-1 1 0-16,2 3-4 16,-1 0 0-16,-2 4 4 15,-1 0-1-15,3 0-11 16,-1 0 12-16,-1 0-4 16,-2 13 3-16,-4 10-21 15,-2 3 19-15,-2 4 2 16,0 2 1-16,-2-2-9 0,-16-2 9 15,-2 0 0-15,-2-2 0 16,-3-3 10-16,3 0-9 16,2-5-1-16,2-2 8 15,5-2 1-15,1-6-6 16,6 1-3-16,2-7 6 16,1-2 4-16,3 0-4 15,0 0 15-15,0 0 1 16,0 0 36-16,0 0-32 15,0 0 8-15,13 0-9 16,8 0-17-16,6 0-9 16,4 0 1-16,2 0 0 15,7 0-11-15,1 5 6 0,-4-1-9 16,-3 3 11-16,-10-6-16 16,-9-1 19-16,-8 0 0 15,-4 0 1-15,-3 0 1 16,0 0 1-16,0 0-6 15,0 0-20-15,2 0-125 16,-2 0-191-16</inkml:trace>
  <inkml:trace contextRef="#ctx0" brushRef="#br1" timeOffset="-153187.55">29473 2944 118 0,'0'0'95'16,"0"0"22"-16,0 0 11 16,0 0-66-16,0 0-17 0,0 0-7 15,5-5-22-15,-3 5 43 16,-2 0-9-16,0 0-7 15,0 0 33-15,0 0-40 16,0 0 16-16,0-1-15 16,0 1-26-16,0 0 20 15,0 0-31-15,0 0 1 16,-2 0-4-16,-11 0 17 16,-5 8-14-16,-5 8 5 15,4 6 1-15,-2 1 5 16,3 5-11-16,3 3 0 15,6 1 9-15,2 4 0 16,5-2-9-16,2 0 0 0,0 1 3 16,9-9 8-1,11-5-5-15,2-7-6 0,1-6 28 16,4-8-24-16,0 0 16 16,-2-1 13-16,0-22-31 15,-4-3 22-15,-1-8-24 16,-5 0 0-16,-2-4-3 15,-6 1 11-15,-7-2-8 16,0 4 24-16,0 3-23 16,0 5 12-16,-11 5-13 15,-2 8 0-15,2 4-7 16,1 3-2-16,-3 7-12 16,-1 0 21-16,-3 0-48 15,-3 3 30-15,-3 15-41 0,6 6-56 16,5 1-25-16,8-1-134 15,4-3-214-15</inkml:trace>
  <inkml:trace contextRef="#ctx0" brushRef="#br1" timeOffset="-152996.55">29826 3081 1079 0,'0'0'113'0,"0"0"-71"16,0 0-24-16,0 0-1 16,0 0-17-16,0 0-72 15,0-26-61-15,0 26-182 16,0 7 52-16,2-5-161 0</inkml:trace>
  <inkml:trace contextRef="#ctx0" brushRef="#br1" timeOffset="-152282.39">30035 2917 311 0,'0'0'209'0,"0"0"-126"15,0 0-17-15,0 0-24 0,0 0 90 16,0 0-80-16,24-34-6 16,-24 32 47-16,0 0-34 15,0 2 17-15,0-2-16 16,0 2-34-16,0 0 5 16,0 0-31-16,0 0 0 15,0 0-12-15,0 0-12 16,0 16 9-16,-2 14 15 15,-9 6 0-15,3 2 1 16,-2 0-1-16,4-4 0 0,6-2-5 16,0-3 12-16,0-9-7 15,0-6 0-15,0-4 5 16,0-6 2-16,0 0-7 16,4-2 0-16,8-1 10 15,3-1-3-15,5 0 4 16,2 0-11-16,3 0 4 15,-7-3-13-15,-1-5 9 16,-1-2 0-16,-5-2-8 16,-1 2 12-16,-2-2-4 15,-6 2 0-15,3 3 5 16,-5-6-15-16,0 1 10 16,0 0-3-16,0-4-12 15,0-1 12-15,-2 6 3 0,-5-3 0 16,1 3 6-16,2 6-8 15,2-1 2-15,0 6 0 16,2-2 7-16,0 2-2 16,0 0-9-16,0 0 4 15,0 0-21-15,0 0 18 16,0 22-23-16,0 12 26 16,0 10-2-16,0 1 6 15,0 8-4-15,0-1 0 16,0 0 5-16,0-6 4 15,0-7-9-15,0-11-5 0,0-7-17 16,0-12-140 0,0-7-50-16,12-2-246 15</inkml:trace>
  <inkml:trace contextRef="#ctx0" brushRef="#br1" timeOffset="-151712.74">30514 3016 291 0,'0'0'187'16,"0"0"-111"-16,0 0-44 16,0 0-1-16,0 0-5 15,0 0-24-15,-54-10 5 0,46 10 19 16,1 3-16-16,1 4 3 15,-2 0 45-15,4 4-42 16,0 1 4-16,4 4-20 16,0 3 4-16,0 4 22 15,0 3-10-15,20 3 13 16,9 4 12-16,2 1-23 16,3 0 3-16,-3-2-3 15,-9-3-15-15,-6-9 12 16,-12-9-15-16,-4-3 0 15,0-4 12-15,0 1 9 16,-11 0 30-16,-11 0-12 0,-3-2-20 16,-1-1 21-16,1-2-38 15,3 0 9-15,7 0-2 16,1-2 2-16,5-8-4 16,5-3 12-16,4-5-15 15,0-7 16 1,4 0-20-16,15-3 0 0,8-3 0 15,0 4-4-15,0 0 4 16,-7 5 0-16,-4 2 2 16,-10 2 3-16,-1 1-5 15,-5 3 0-15,0-4-4 16,0 4-14-16,-22-2-7 16,-3 7-8-16,-6 2-29 15,-5 7-4-15,1 0-98 0,6 5-142 16</inkml:trace>
  <inkml:trace contextRef="#ctx0" brushRef="#br1" timeOffset="-150481.5">32111 2885 185 0,'0'0'127'16,"0"0"-33"-16,0 0-9 15,0 0 13-15,0 0-7 16,0 0-8-16,0 0 35 15,8-2-52-15,-8 2-4 0,0 0 3 16,0-2-35 0,0 0 20-16,0 0-32 0,0 2-14 15,0 0-1-15,0 0-3 16,0 0-2-16,-2 0-1 16,-9 0 6-16,-5 2 1 15,-4 10-4-15,3 6 0 16,-2 4 1-16,0 3 11 15,1 3-12-15,3 0 1 16,5 2 12-16,4 0-20 16,6-1 7-16,0-3 0 15,0 1 8-15,16-5-6 16,-1-4 11-16,5-4-11 16,5-5 7-16,1-9 2 0,5 0 0 15,-4-3-9-15,2-19 19 16,-4-2-16-16,-3-6-5 15,-3-2 4-15,-2 0 4 16,-11-4-11-16,-2 0 3 16,-4-1 0-16,0 7-6 15,-2 7 8-15,-13 2-4 16,-5 7-10-16,-11 6-78 16,-5 7-57-16,-4-2-232 15</inkml:trace>
  <inkml:trace contextRef="#ctx0" brushRef="#br1" timeOffset="-148859.7">24427 3784 23 0,'0'0'63'16,"0"0"-8"-16,0 0 7 16,0 0 37-16,0 0-13 0,0 0 18 15,0 0-7-15,0 0-28 16,0 0-1-16,0 0-30 15,0 0 23-15,0 0 17 16,0 0-39-16,0 0 4 16,0-2 3-16,0-2-22 15,0 0 17-15,0 0-33 16,0 0-4-16,0 0 37 16,0-1-38-16,0 2 29 15,0-2-9-15,0 3-17 16,0 2 35-16,0-1-27 15,0 1-3-15,0 0 21 0,0 0-29 16,0 0 6-16,0 0-4 16,0 0 1-16,0 0 3 15,0 0-9-15,0 0 0 16,0 0-10-16,0 0 8 16,0 0 1-16,0 0-4 15,0 0-9-15,0 18 4 16,0 7 10-16,0 10 0 15,0 1-3-15,0 4 7 16,0 4-4-16,0 4 0 16,0 1 4-16,-2-2-5 15,-4-1 1-15,4 0 0 16,-4-9 1-16,4-5 4 16,-3-6-5-16,1-5 0 15,4-10 3-15,-2-2-2 0,0-6-1 16,2-1 0-16,0-2-2 15,0 2 6-15,0-2-4 16,0 0 0-16,0 0 5 16,0 0 10-16,0 0-15 15,0 0 0-15,0 0-6 16,0 0-24-16,0-10-66 16,0-10-126-16,2-3-430 15</inkml:trace>
  <inkml:trace contextRef="#ctx0" brushRef="#br1" timeOffset="-147516.45">26248 3909 49 0,'0'0'83'16,"0"0"-15"-16,0 0 20 16,0 0 18-16,0 0 20 15,0 0-40-15,0 0 0 0,0 0-38 16,-2-3 7 0,2 3 21-16,-2 0-38 0,2 0 6 15,-3 0-23-15,-2 0-21 16,-1 0 0-16,-5 18 0 15,-3 8 0-15,3 4 10 16,1 3-6-16,0 2 5 16,6 1-1-16,-3-2-5 15,7 1 20-15,0-6-20 16,0 2-3-16,0-9 0 16,2-7 9-16,7-4-9 15,1-8 9-15,3-3-8 16,3 0 68-16,3 0-34 15,1-11-11-15,0-11-10 0,0-2-3 16,-4-3-11-16,-3-3 0 16,-4 1 11-16,-4-1-8 15,-3-2-3-15,1 1 0 16,-3 3 14-16,0 0-9 16,0 4-2-16,-5 2-3 15,-7 5 0-15,2 6-3 16,1 2 3-16,-1 6-3 15,0 1-10-15,1 2-62 16,-1 0 21-16,4 0-38 16,-1 8-47-16,1 9-1 15,4 6-115-15,2-2-65 16</inkml:trace>
  <inkml:trace contextRef="#ctx0" brushRef="#br1" timeOffset="-146639.75">26643 4092 1144 0,'0'0'183'0,"0"0"-103"16,0 0-43-16,0 0 1 15,0 0-6-15,0 0-29 0,-10-4 7 16,10 4-10-16,0 0-1 15,0 0-11-15,0 0-27 16,0 0-10-16,0 0-15 16,2-4-116-16,16 1-85 15,3-7-388-15</inkml:trace>
  <inkml:trace contextRef="#ctx0" brushRef="#br1" timeOffset="-145924.58">26872 3900 416 0,'0'0'329'0,"0"0"-239"16,0 0-46-16,0 0 33 16,0 0-44-16,0 0-32 15,-7 0 17-15,7 0-14 16,9 0 1-16,7 0 23 16,3 0-22-16,6 0 25 15,2 0-14-15,4 0-17 16,-2-8 19-16,-4-2-12 15,-5 0-6-15,-5 1-1 0,-6 2 8 16,-2 2-7-16,-2 4-1 16,-3 1 0-16,-2 0 3 15,0 0 5-15,0 0-8 16,0 0 0-16,0 0-6 16,0 0-1-16,0 10-2 15,0 14 9-15,0 6-6 16,0 6 10-16,-2 6-4 15,-8 3 0-15,-1 1 5 16,1 2-6-16,-4-2 1 16,5-5 0-16,0 0-1 15,0-4 4-15,4-10-3 16,1-8 0-16,0-4 7 16,2-9-7-16,2-2 0 15,0-4 0-15,0 0-8 0,0 0-22 16,0 0-15-16,0 0-37 15,0 0-69-15,0-12-134 16,0-6-190-16</inkml:trace>
  <inkml:trace contextRef="#ctx0" brushRef="#br1" timeOffset="-145703.71">26901 4175 308 0,'0'0'224'15,"0"0"-53"-15,0 0 19 16,0 0-78-16,0 0-40 0,0 0-22 16,33-33-48-16,-10 25 16 15,4-2-12-15,-1 3 2 16,1-1-5-16,0-2-3 16,1-1-42-16,7-1-29 15,2-2-101-15,1 4-54 16,-5-4-131-16</inkml:trace>
  <inkml:trace contextRef="#ctx0" brushRef="#br1" timeOffset="-145301.93">27369 3950 53 0,'0'0'173'16,"0"0"-4"-16,0 0 19 0,0 0-89 15,0 0-25-15,0 0-33 16,0-6-18-16,-2 6 16 15,-9 0-22 1,0 0-3-16,-1 9 20 0,3 0-19 16,3 1-4-16,2 2-10 15,1 3 13-15,3 2-8 16,0 4-6-16,0 2 0 16,0 4 32-16,13 0-31 15,10 1 25-15,2-2 4 16,4 1-13-16,0-1 35 15,-3-4-43-15,-8-4-3 0,-10-2 32 16,-5-6-32-16,-3-1 5 16,0 0-3-16,0-3-4 15,-11 2 19-15,-7 1-16 16,-6-4 6-16,-3-3 9 16,-2-2-3-16,2 0-16 15,2 0-3-15,5-12-37 16,9-4-8-16,5-4-68 15,6-3-55-15,0 0-116 16,0-5-210-16</inkml:trace>
  <inkml:trace contextRef="#ctx0" brushRef="#br1" timeOffset="-145067.78">27338 3988 214 0,'0'0'228'0,"0"0"-4"0,0 0-56 15,0 0-9-15,0 0-60 16,0 0 2-16,22-21-59 16,0 10-31-16,7 3 30 15,3 1-37-15,-1-2-2 16,-4 1 18-16,-7 0-14 16,-7 1-6-16,-2 2 0 15,1-1-16-15,-2 3-14 16,2 0-106-16,-1 3-92 0,-2-3-259 15</inkml:trace>
  <inkml:trace contextRef="#ctx0" brushRef="#br1" timeOffset="-144050.11">29482 3888 63 0,'0'0'159'0,"0"0"-105"15,0 0 71-15,0 0-6 16,0 0-58-16,0 0 46 15,-21-37-58-15,21 36 8 16,-4 1-25-16,4 0-2 16,0 0 3-16,-2 0-32 15,-2 0 8-15,-5 0-9 16,-5 10 0-16,-1 10-2 16,-3 6 2-16,-1 6 0 15,-2 0 28-15,6 2-23 16,1 0 6-16,6-1-11 15,1-1 5-15,7-3 5 16,0-2-7-16,0-6-2 0,0-6 16 16,0-5-14-16,7-6 1 15,1-2 4-15,6-2 11 16,3 0 43-16,4 0-41 16,6-2 0-16,-4-10-6 15,4-3-9-15,-4 1-3 16,-1 0-3-16,-4-1 8 15,-2-3 8-15,-3 0-10 16,-4-1 5-16,0 1 3 16,-5-2-1-16,3-1-9 15,-5-2-4-15,-2 1 0 0,0 0 35 16,0-1-28 0,-2 4 6-16,-13 3 0 0,-2-2-8 15,2 4-10 1,-1 4-7-16,1 3-61 0,1 7-25 15,-1 0-154-15,3 12-85 16,10 7-57-16</inkml:trace>
  <inkml:trace contextRef="#ctx0" brushRef="#br1" timeOffset="-143867.21">29716 4037 815 0,'0'0'285'0,"0"0"-164"0,0 0-25 16,0 0-73-16,0 0-3 16,0 0-20-16,23-49-12 15,-19 49-8-15,5 0-139 16,2 0-81-16,7 8-121 16</inkml:trace>
  <inkml:trace contextRef="#ctx0" brushRef="#br1" timeOffset="-143136.52">30084 3984 144 0,'0'0'354'0,"0"0"-262"0,0 0-48 15,0 0 47-15,0 0 12 16,0 0 17-16,0-4-34 16,0 3-25-16,0-2 40 15,0-1-41-15,0-1-14 16,0 0-21-16,0-1-16 16,0 0 1-16,0-2-9 15,0 0 6-15,0-2-10 16,0 0 3-16,0 2 0 15,0-2-5-15,4 2 2 0,10 0-3 16,-3 2 4-16,5 0-3 16,-1 4-9-16,-2-1 14 15,1 3 0-15,-3 0-7 16,1 0 3-16,-4 5-2 16,-1 11 6-16,-1 2-2 15,-4 4-12-15,-2 2 14 16,0 2 0-16,0 0-3 15,0-1-3-15,-12 2 1 16,-5-1 5-16,-2 1 0 16,-3-3 4-16,-1 0 4 15,1-2-8-15,2-2 0 16,7-6 5-16,3-5-8 16,6-2 3-16,4-6 0 0,0-1 5 15,0 0 4-15,0 0-4 16,4 0 22-16,15 0-17 15,3 0 19-15,7 0-17 16,-3 0-10-16,5-8 14 16,-6 3-15-16,-2 1-1 15,-5 0 0-15,-7-1 8 16,-5 4-10-16,-2 1 2 16,-1 0 0-16,-1 0-7 15,-2 0 7-15,3 0 0 16,-1 0 0-16,0 0-15 15,2 0 14-15,-4 0-14 16,3 0-6-16,-3 0 17 16,0 0-36-16,0 0-15 0,0 0-70 15,0 0-108-15,0-8-96 16</inkml:trace>
  <inkml:trace contextRef="#ctx0" brushRef="#br1" timeOffset="-142612.1">30470 3886 115 0,'0'0'171'15,"0"0"-51"-15,0 0 59 0,0 0-55 16,0 0 2-16,0 0-22 15,11-23-52-15,-11 23 9 16,0 0-42-16,0 0-3 16,0 0-4-16,0 0-8 15,0 0 1-15,-9 0-5 16,-7 0 1-16,1 11 8 16,-1 1-6-16,5 2-3 15,3-2 0-15,0 2-2 16,6 1-5-16,2-1 7 0,0 3 0 15,0 3 4 1,14 2-4-16,7 2 11 0,6 2-11 16,0-3 8-16,-4-1 8 15,-5-9-7-15,-9-1-7 16,-5-5 29-16,-4-6-26 16,0 2 0-16,0-2 3 15,0 2-3-15,0 1 9 16,-4 0-11-16,-7-1 17 15,-3 1 22-15,3 0-37 16,-1-1-1-16,4-3-4 16,-1 0 8-16,-1 0-2 15,2 0-6-15,1 0-46 16,1 0-34-16,2 0-107 16,4 0-71-16,0 0-163 0</inkml:trace>
  <inkml:trace contextRef="#ctx0" brushRef="#br1" timeOffset="-142318.74">30481 3868 273 0,'0'0'384'15,"0"0"-182"-15,0 0-59 16,0 0-34-16,0 0 3 15,0 0-98-15,51-31 16 0,-38 25-8 16,1 5-14-16,-5-1 19 16,-3-1-22-16,-1 2-4 15,2-1 10-15,2 0-7 16,4 2-8-16,1 0-2 16,1 0-49-16,1 0-15 15,-5 0-72-15,-5 0-59 16,-2 0-49-16,-4 5-149 15</inkml:trace>
  <inkml:trace contextRef="#ctx0" brushRef="#br1" timeOffset="-140638">32053 3746 178 0,'0'0'152'0,"0"0"-28"16,0 0-4-16,0 0-29 15,0 0 3-15,0 0-26 16,0-11-9-16,0 10-3 15,0 1-37-15,0 0 10 0,-3 0 5 16,-1 0-21-16,-5 0 4 16,-4 5-17-16,-3 18 0 15,-2 3 4-15,2 6 5 16,1-1-3-16,5 2 21 16,4-1-24-16,2 0 26 15,4-1-29-15,0-2 0 16,0-3 1-16,6-5 11 15,8-10 0-15,-1-1-11 16,3-5 17-16,4-5 39 16,2 0-35-16,5 0 6 15,-2-13-16-15,2-5-5 16,-6-7-1-16,2 2-6 0,-7-3 5 16,-5 0-3-1,-7-3-2-15,-2 0-1 0,-2 3-1 16,0 3-11-16,-4 5 13 15,-17 5 1-15,-7 6-1 16,-3 2-2-16,-5 3-59 16,0 2-63-16,5 0 9 15,2 0-175-15,4 2-157 16</inkml:trace>
  <inkml:trace contextRef="#ctx0" brushRef="#br1" timeOffset="-139386.77">31114 4407 84 0,'0'0'92'15,"0"0"-70"-15,0 0 13 16,0 0-6-16,0 0 29 16,0 0 16-16,-4-4 12 15,4 4-10-15,0 0-44 16,0 0 14-16,0 0 18 16,0 0-23-16,0 0 14 15,0 0-15-15,0 0-18 16,0 0 20-16,0 0-30 15,0 0 4-15,0 0-11 0,0 0 6 16,0 14-6-16,0 4 14 16,-5 6-15-1,1 2 37-15,-3 5-36 0,-4 8 17 16,2-2 14 0,0 3-24-16,0 2 19 0,5 1-11 15,-1 4-15-15,1 3 27 16,4 3-29-16,0 3 9 15,0-3-9-15,0 2 11 16,0-3-8-16,0-6 0 16,0 2-3-16,0-4 22 15,0 2-24-15,0 1 9 16,0-3-3-16,0 7 6 16,0-2-11-16,0 6-2 0,0 1 0 15,0-3 10-15,0 3-5 16,2-1-5-16,3-4 0 15,-1 0 14-15,-4-3-14 16,0 1 0-16,0-6 0 16,0-1 8-16,-4 3 1 15,-5-3-9-15,-1 2 3 16,2-1 6-16,-1-2 6 16,2-5-15-16,0-6 2 15,5-4 5-15,2-8-1 16,0-6-6-16,0-1 0 15,0-8 12-15,0-1-16 0,0-2 4 16,0 2-22-16,0 0 8 16,0 1-68-16,12-1-59 15,3-2-92-15,3-2-297 16</inkml:trace>
  <inkml:trace contextRef="#ctx0" brushRef="#br1" timeOffset="-138790.47">27877 5395 26 0,'0'0'46'15,"0"0"-13"-15,0 0-32 16,0 0-2-16,0 0-31 16</inkml:trace>
  <inkml:trace contextRef="#ctx0" brushRef="#br1" timeOffset="-138155.6">27877 5395 53 0,'-133'17'121'15,"133"-17"17"-15,0 0-35 16,0 0-27-16,0 0-5 15,0 0-21-15,0-17 2 16,0 17-6-16,0 0-19 16,0 0 14-16,0 0-30 15,0 0-6-15,0 0 17 16,0 0-19-16,0 0-3 0,0 14 11 16,0 5-4-16,0 3 30 15,0 4-22-15,2 4 3 16,0 5 23-1,0 2-31-15,-2 7 24 0,2 5-3 16,-2 2-20-16,2 2 34 16,-2 0-35-16,0 0-1 15,0-2 22-15,0-4-24 16,0 2 9-16,0-5 6 16,-2 0-17-16,-2-3 35 15,2 2-39-15,-3-1 11 16,3-2 29-16,2 0-38 0,-2-2 16 15,0-3-11 1,2-5-3-16,-2-6 14 0,0-1-19 16,-1-5 0-16,3-3 6 15,-3-3 2-15,3-4-8 16,0-1 0-16,-2 2 4 16,0 5-1-16,-2 4-3 15,-3 4 0-15,3 4-3 16,-3 0 8-16,4-3-10 15,1-6 3-15,2-2-38 16,0-6 3-16,0 0-89 16,2-4-78-16,10-5-152 15</inkml:trace>
  <inkml:trace contextRef="#ctx0" brushRef="#br1" timeOffset="-137239.5">24930 5421 48 0,'0'0'76'0,"0"0"-14"15,0 0 9 1,0 0-2-16,0 0 6 0,0 0 29 16,2 0-21-16,-2 0-19 15,0-3 16-15,0 1-20 16,0 2 2-16,0 0-10 16,0 0-48-16,0 0 6 15,0 0-10-15,0 5 0 16,0 10 15-16,0 7-13 15,0 8 6-15,0 4 9 16,0 8-8-16,0 4 14 16,-4 7 2-16,-5 3-1 15,1 6 25-15,-2 4-35 0,-1 3 6 16,3-2 3 0,-4 0-18-16,1-6 10 0,3-1-4 15,-4-5-9-15,3-6 29 16,0-5-23-16,5-10-1 15,-1-6-5-15,1-10 8 16,1-4-10-16,1-4 0 16,2-3-15-16,-2-5-4 15,2 1-70-15,0-3-12 16,0 0-24-16,0 0-58 16,0-17-309-16</inkml:trace>
  <inkml:trace contextRef="#ctx0" brushRef="#br1" timeOffset="-136550.84">23892 5378 39 0,'0'0'34'0,"0"0"-9"0,0 0 5 16,0 0 11-16,0 0 29 16,0 0-13-16,0 0-7 15,-32-42-2-15,28 38 3 16,0-3-5-16,-1 2-2 16,2-3 19-16,-1 3-17 15,2 2 12-15,0 3-6 16,2-2-19-16,0 2 13 15,0 0-34-15,-3 0-9 16,1 0-1-16,-4 0-2 16,-3 23 0-16,0 22 17 15,-2 19 1-15,2 22 4 16,2 14 10-16,-2 11-10 16,1 0 23-16,-4-7-31 0,-1-9-2 15,2-11-6-15,-1-13 3 16,4-11-18-16,1-14 1 15,3-6-76-15,4-10-93 16,0-10-216-16</inkml:trace>
  <inkml:trace contextRef="#ctx0" brushRef="#br1" timeOffset="-134486.45">23758 6601 43 0,'0'0'0'0,"0"0"0"15,0 0-4-15,0 0 4 0,0 0 0 16,0 0 22 0,-25-50 18-16,23 42 31 0,2-1-12 15,0 4-21-15,0 1-1 16,0-1-33-16,0 2-4 15,0-1 0-15,0-2 0 16,0 2 2-16,0 1 1 16,0 2 41-16,0-3 34 15,0 2-27-15,0-3 10 16,0 3-5-16,0 1-8 16,0-1 30-16,-2 0-29 15,0 0-19-15,2 2 27 0,0 0-35 16,0 0 6-1,0-3-9-15,0 3-18 16,0 0 23-16,0 0-15 0,0 0-3 16,0 0 10-16,9 0-10 15,4 0-6-15,3 0 0 16,1 0 9-16,5 0-5 16,5 0-4-16,5 0 0 15,3 0 12-15,6 0-6 16,-1 0-2-16,4 0 6 15,1 0-9-15,6 0 16 16,0 0-17-16,3 0 0 16,2 0 18-16,0-2-12 15,-2 0 2-15,7 1 2 16,-3-1-9-16,-2 2 37 16,-3 0-34-16,-3 0-3 0,-6 0 6 15,-2 0 1-15,-1 0-8 16,-4 0 0-16,5 0 5 15,1-2 2-15,3 0-5 16,6-4 5-16,0 0 14 16,1 0-13-16,-2 1-6 15,-2 0-2-15,-5 0 10 16,-3 1-6-16,1 3-4 16,2-3 0-16,6 2 14 15,1-1-3-15,3-1-10 16,6 3-1-16,7-1 2 0,6 0 3 15,8-3-5 1,0 1 0-16,-4 3 1 0,-4-2 1 16,-8 3-2-1,0 0 0-15,2 0 5 0,6 0-1 16,5 0-4-16,7 4 0 16,-1 0 7-16,3 1-1 15,2-3-6-15,-2 0 0 16,3-2 6-16,-3 0 6 15,0 0-12-15,-2 0 0 16,-6 0 8-16,0 0 5 16,-4 0-13-16,1 0 4 15,4-2 0-15,1 0 12 16,-1 0-16-16,-2-1 0 16,-2 3 1-16,-3-4 2 0,3 0-3 15,2-1 0-15,0-2 2 16,5 0 1-16,-3-2-3 15,0 1 0-15,5 2 4 16,-1 1 4-16,1-2-8 16,2 3 0-16,-4 0 4 15,-4 0 0-15,0 2-4 16,-3-2 0-16,-3-1 1 16,3-2 12-16,4 2-13 15,7-2 0-15,0 2 7 16,0-2 2-16,-7 1-9 15,-6-1 0-15,-1 2-3 0,-1-1 8 16,-1 0-5 0,5-2 0-16,-2 0 5 0,1 0 7 15,1-2-12-15,6 0 0 16,3 2 4-16,2-2 3 16,-2 5-7-16,-2-4 0 15,-6 1 4-15,-5 2-2 16,-3-3-2-16,-4 2 0 15,1 0 2-15,3 0 5 16,3-1-7-16,1 0 0 16,-3-1 7-16,1 4-12 15,-4-2 5-15,-5 0 0 16,-2 0-4-16,-2-1 10 0,2 3-6 16,3 1 0-16,3-2 4 15,1 4-4-15,-1-3 0 16,-6 1 0-16,-7 3-3 15,-2-3 10-15,-4 2-7 16,-2-1 0-16,4 1 4 16,-3 0 0-16,8 1-4 15,4 1 0-15,0 0 6 16,2 0 0-16,-4 0-6 16,-10 0 0-16,-3 0 3 15,-9 0 0-15,-13 0-3 16,-7 0 0-16,-7 0-3 0,-7 0 3 15,0 0-3-15,0 0-7 16,0 0-8-16,0 0 11 16,0 0-11-16,-5-4-32 15,-9-5 19-15,-1-2-73 16,-5-6-107-16,1-5-63 16,2-12-304-16</inkml:trace>
  <inkml:trace contextRef="#ctx0" brushRef="#br1" timeOffset="-133885.61">32697 976 582 0,'0'0'0'0,"0"0"-287"16</inkml:trace>
  <inkml:trace contextRef="#ctx0" brushRef="#br1" timeOffset="-132503.68">32782 965 11 0,'0'0'53'0,"0"0"-2"16,0 0 40-16,0 0-34 15,0 0 24-15,0 0-2 16,-27-88-37-16,27 81 49 16,0 2 15-16,-2 3-51 0,2-3 7 15,0 5 2-15,0-2-22 16,0 2 26-16,0 0-37 15,0 0 3-15,0 0 7 16,0 0-36-16,0 0 25 16,0 0-10-16,0 0-16 15,0 0 36-15,0 0-38 16,0 0 4-16,0 0-3 16,0 0 5-16,0 0-16 15,0 0 5-15,0 0-35 16,0 21 30-16,0 8 4 15,0 13 4-15,2 3 0 0,2 4-2 16,-4 6 2-16,0-1 0 16,0 1 1-16,0 3 4 15,0 1-3-15,0 1-2 16,0 3 5-16,0-3 2 16,0 0-7-16,0 1 2 15,0-3 1-15,-2 0 11 16,0 1-4-16,0 3-10 15,-1 4 0-15,-1 1 14 16,0-1-11-16,-4-2 4 16,2-2-1-16,4-5 6 15,-7-1-9-15,3 0-3 16,-2 0 11-16,4-3 2 16,2 0-5-16,-1-2-8 0,1-5 7 15,0 0 8-15,0 2-11 16,0-2 6-16,0 2 8 15,-6 2-13-15,2 2 6 16,-1 0-11-16,1 5 3 16,-1-6 12-16,0 4-7 15,0-3-4-15,5-4-4 16,-2-2 11-16,0 2-11 16,-1 3 0-16,0 3 3 15,-1 1 5-15,3 3-2 16,1-3-6-16,0-1 2 0,2-1 11 15,0-3-13-15,0-4 0 16,0-1 3-16,0 0 2 16,0-1 0-1,0 4-5-15,0 1 0 0,0-1 6 16,0 2-6-16,0 0 0 16,0 2 0-16,0 0 5 15,0 1-5-15,0-4 0 16,0-3-1-16,0 1 7 15,0-3-6-15,0-1 0 16,4 4 0-16,-1-1 0 16,-1 0 1-16,-2-2-1 15,2-2 0-15,-2-1 5 16,0-4-6-16,0 2 1 16,0-1 0-16,0-2 0 0,0-2 1 15,0 2-1-15,0 0 0 16,0 2 8-16,0-2-8 15,0 2 0-15,0-1 0 16,-2-4 3-16,0 2 3 16,-1 1-6-16,3 0 0 15,0-2 9-15,0-2-12 16,0-2 3-16,0-2 0 16,0-2 1-16,0-2 3 15,0 3-4-15,0-1 0 16,0-1 10-16,0 4-14 15,0-1 4-15,0 2 0 0,0 1 4 16,0-2 1-16,0 0-5 16,0-2 0-16,0-1 11 15,0-1-12-15,0-2 1 16,0 1 0-16,0-4 3 16,0 0 1-16,0-2-4 15,0-5 0-15,0-3 10 16,0-5-14-16,0-1 4 15,0-1 0-15,0-3-5 16,0 3 5-16,-29 0 0 16,-24 1-4-16,-31-4-44 15,-30 0-6-15,-20-25-105 16,-4-25-288-16</inkml:trace>
  <inkml:trace contextRef="#ctx0" brushRef="#br1" timeOffset="-129337.18">24176 831 26 0,'0'0'66'16,"0"0"-14"-16,0 0-36 15,0 0 50-15,0 0-17 16,0 0 2-16,0 0 19 0,-64-43-26 15,55 39 11 1,3 0-24-16,-3 0 7 0,2-1 6 16,0 0-42-16,1 0 19 15,-1 4-15-15,2-1 1 16,-1 0 27-16,1 2-14 16,3-3-1-16,-2 3 20 15,2 0-35-15,2 0 12 16,0 0 4-16,0 0-5 15,0 0 30-15,0 0-29 16,0 0-11-16,0 0 26 16,6 0-31-16,7 0 31 15,12 0-12-15,4 0-14 16,12 0 30-16,3 0-31 16,7 0-3-16,5 0 26 0,1 3-27 15,1 2 2-15,0 2-2 16,0-4 8-16,-2-1-4 15,2 1-3-15,-4-3-1 16,-1 0 28-16,1 2-21 16,-5-2 3-16,3 0-3 15,-4 0-2-15,1 0 24 16,0 0-24-16,-2 0 6 16,-3 0 9-16,1 0-7 15,-3 0-13-15,1 0 4 16,-3 0 0-16,2-2 15 15,1-1-19-15,-3 1 0 0,2 1 8 16,3-1 1 0,-3 2-9-16,3-2 0 0,-3 2 8 15,-7-2-3-15,2 2-5 16,-6 0 0-16,2 0-1 16,1 0 6-16,1 0-5 15,5 0 0-15,3 0 1 16,-3 0 11-16,4 0-12 15,-3 0 0-15,-6 0 8 16,1 0 0-16,-3 0-8 16,-4 0 0-16,0-3 4 15,-2 2 3-15,4-1-7 16,2 0 0-16,1-1 13 16,1 2-3-16,0-4-10 15,0 4 0-15,1-1 2 0,1 2 4 16,1-2-6-16,1 2 0 15,-4-2 0-15,1 2 5 16,-3 0-5-16,2-2 0 16,1 2 2-16,0 0 1 15,-2-3-3-15,-3 3 0 16,0-1-3-16,-4 1 8 16,0-3-5-16,-1 3 0 15,5-1 2-15,0 1 3 16,8-3-5-16,3 3 0 0,1-1 5 15,1-1 4-15,-2 0-9 16,1 0 0-16,-1-1 2 16,0 3-1-16,-2-2-1 15,-2 2 0-15,0 0-5 16,-5-2 17-16,6 1-12 16,0 1 0-16,3-2 6 15,6 2 0-15,1-2-6 16,2-3 0-16,2 4-4 15,3-2 10-15,-4 2-6 16,1 1 0-16,-4 0 2 16,-5 0 0-16,-1 0-2 15,-1 0 0-15,3 0-6 0,4 0 13 16,4 0-7-16,1 0 0 16,-2 0 1-16,-2 0-1 15,-3 0 0-15,2-2 0 16,-6 0-3-16,-1 2 10 15,-5-5-7-15,2 5 0 16,1-1 2-16,-2-2-1 16,5 2-1-16,3 1 0 15,3-3-7-15,5 3 13 16,-3-1-6-16,2 1 0 16,-3 0 2-16,-2 0-7 15,2 0 5-15,-2 0 0 16,4-3 0-16,1 3 8 15,-6 0-8-15,2 0 0 16,-2 0 5-16,2 0-8 0,0 0 3 16,-3 0 0-16,2 0-4 15,-4 0 5-15,3 0-1 16,2 0 0-16,-2 0 0 16,0 0 3-16,-3 0-3 15,3 0 0-15,-2 3-4 16,0-2 9-16,1-1-5 15,-1 0 0-15,1 0 0 16,-1 0 2-16,-5 0-2 16,0 0 0-16,-1 0-2 15,-4 0 6-15,-2 0-4 0,3 0 0 16,-3 0 1 0,1 0-1-16,-1 0 0 15,2 0 0-15,2 0-3 0,1 0 4 16,-1 0-1-16,1 0 0 15,1 0 3-15,0 0-4 16,3 0 1-16,1 0 0 16,1 0 0-16,-1 0 2 15,1 0-2-15,2 3 0 16,-4-3 0-16,2 1-2 16,-6-1 2-16,-2 3 0 15,1-3-3-15,-3 1 3 16,1-1 0-16,-4 0 0 0,1 0 3 15,-3 0-6 1,2 0 3-16,2 5 0 0,1-1 0 16,2-3 0-16,-1 2 0 15,1 1 0-15,-1-2 1 16,-1 2-2-16,-1-3 2 16,-2 1-1-16,0 0 0 15,2 1 1-15,-4-1-1 16,-3-2 0-16,-2 2 3 15,-1-2-7-15,-3 2 4 16,-3-2 0-16,2 1-1 16,0 2 5-16,4-2-4 15,-1 2 0-15,3-2 0 16,0-1-2-16,-2 0 6 16,2 0-4-16,-5 0 0 0,0 0 1 15,-4 0-3-15,-1 0 2 16,1 3 0-16,2-3 2 15,0 4-2-15,0-4 0 16,-1 2 0-16,1-2 2 16,3 0-4-16,0 0 2 15,-5 0 0-15,0 2 2 16,-5-2-1-16,-4 0-1 16,-1 1 0-16,1-1-2 15,2 0 2-15,0 0 0 16,2 0 0-16,3 0-2 15,-1 2 2-15,1 1 0 0,-2-2 0 16,-1-1 0 0,-3 0 0-16,-2 0 0 0,-2 3 2 15,1-3-6-15,-1 0 4 16,0 0 0-16,2 0 0 16,-2 0 1-16,-4 0-1 15,2 0 0-15,-2 0 1 16,0 0-1-16,2 0 1 15,3 0-1-15,-5 0 0 16,4 0 0-16,2 0-1 16,-2 0 1-16,0 2 0 15,-2-2 1-15,0 0-1 16,0 0 0-16,-2 0 0 16,3 0 3-16,-3 0-3 0,2 0 0 15,0 0 0-15,0 0-1 16,-2 0 1-16,0 2 0 15,0-2-2-15,0 0 0 16,0 0 2-16,0 0 0 16,0 0 1-16,0 0-3 15,0 0 4-15,0 0-2 16,0 0 0-16,0 0-5 16,0 0-1-16,0 4-29 15,0 8-130-15,-9 5-71 16,-5 0-19-16</inkml:trace>
  <inkml:trace contextRef="#ctx0" brushRef="#br1" timeOffset="-128515.64">31471 691 38 0,'0'0'99'0,"0"0"-37"15,0 0 32-15,0 0-3 0,0 0-59 16,0 0 34-16,0 0-40 15,25-14 1-15,-23 13 52 16,0-2-9-16,-2 3 5 16,0 0-16-16,0 0-41 15,0-2 16-15,0 0 2 16,0 0-28-16,0 2-16 16,0 0-1-16,0 0 9 15,0 0-2-15,0 0-19 16,0 0 19-16,0 0-19 15,0 0-2-15,0 22 11 16,-7 11 22-16,-6 13-10 0,-6 12 4 16,0 8-4-16,-4 2-36 15,-1-8-302-15</inkml:trace>
  <inkml:trace contextRef="#ctx0" brushRef="#br1" timeOffset="-122606.62">26946 7069 99 0,'0'-3'199'16,"2"1"-63"-16,0 0-4 15,0 0-39-15,-2 1-27 16,0-1 3-16,0-1-11 0,0 3-17 15,0 0-6 1,0 0-17-16,0 0 6 0,0 0-24 16,-8 5 0-16,-11 13 9 15,-1 4-2-15,-1-1-3 16,2 1 0-16,3-3 2 16,3-3 10-16,7-4-16 15,1-4 0-15,3-2 1 16,2-5 6-16,0-1-7 15,0 3 0-15,0-1 5 16,7 0 5-16,15 2 40 16,4 0-39-16,11 1 4 15,-2 7-12-15,5 9-3 16,0 7 0-16,-2 3 1 0,-6 2-15 16,-8-3 14-16,-11-3-11 15,-6-6 7-15,-7-1-26 16,0 0 25-16,-17-2 5 15,-15-1-11-15,-2-8 0 16,-8 1 8-16,2-6-13 16,-3-4 15-16,1 0-32 15,7 0 19-15,4 0 8 16,8-12 6-16,12-4 7 16,11-2-5-16,0-3 17 15,18 2 45-15,17 3-23 16,12 4-23-16,1 4 2 15,-2 4-19-15,-4 4 21 16,-6 0-22-16,-10 0 0 16,-3 0-3-16,-11 0 13 0,-6 0-20 15,-2-4 1-15,-4-5-45 16,0-2-29-16,0-4-126 16,-10-5-15-16,-9-1-176 15</inkml:trace>
  <inkml:trace contextRef="#ctx0" brushRef="#br1" timeOffset="-122374.75">26959 7080 400 0,'0'0'217'0,"0"0"-70"16,0 0-8-16,0 0-95 16,0 0-3-16,0 0-22 15,168-55 17-15,-127 55-1 16,-5 0-18-16,-5 0 13 15,-8 0-26-15,-8 0-4 16,-1 0 1-16,-8 0-1 16,3 0-11-16,-2 0-85 15,0 0-126-15,1 3-110 16,-1-3-137-16</inkml:trace>
  <inkml:trace contextRef="#ctx0" brushRef="#br1" timeOffset="-122005.96">27480 6994 430 0,'0'0'207'0,"0"0"-122"16,0 0-3-16,0 0-8 15,0 0-14-15,0 0-56 16,0-10 2-16,-6 16-12 16,-12 15 14-16,-2 10-2 15,-2 7 7-15,1 6 8 16,2 7 25-16,3-2-40 15,7 0 21-15,5-3-3 16,4-5-24-16,0-12 8 16,4-7-3-16,16-10 3 15,4-8 21-15,7-4-3 16,6-6 9-16,-2-20-21 0,-1-6 0 16,-10-3-11-16,-6-4 6 15,-7-1 1-15,-6 0 3 16,-5 2-11-16,0 6 3 15,-9 3-5-15,-13 9 3 16,-3 8-10-16,-6 8-20 16,-3 4-68-16,7 0 16 15,3 8-118-15,11 13-122 16,11-7-233-16</inkml:trace>
  <inkml:trace contextRef="#ctx0" brushRef="#br1" timeOffset="-121630.77">28033 6886 582 0,'0'0'120'0,"0"0"-76"16,0 0 1-16,0 0 10 15,0 0 18-15,0 0-20 16,76-52-30-16,-76 52-21 15,0 0-2-15,0 0-16 16,0 12 16-16,-8 12 13 16,-11 12 68-16,-3 11-54 15,-9 14-5-15,-7 13 10 0,-8 15-27 16,-10 11 18-16,-9 9-15 16,-7 2-6-16,-5 2 19 15,-6-3-16-15,5-6-5 16,9-10 0-16,13-13 8 15,14-15-8-15,11-14 0 16,10-16-10-16,11-16-1 16,5-10-77-16,5-10-11 15,0 0-59-15,24-22-20 16,15-15-200-16</inkml:trace>
  <inkml:trace contextRef="#ctx0" brushRef="#br1" timeOffset="-121235.09">27982 7421 384 0,'0'0'151'0,"0"0"-59"16,0 0 15-16,0 0-54 15,0 0-36-15,0 0 3 16,-37-4-20-16,16 16 31 15,1 0 14-15,5 2-30 16,5-2 22-16,6 2-30 16,4 2 12-16,0 2 12 15,0 5-15-15,4 3 22 16,14 2-15-16,3 0-15 0,0 0 35 16,2 2-34-16,-5-5 12 15,-5-4 2-15,-4-3-19 16,-6-8 15-16,-3-1-18 15,0-2 4-15,0 0 31 16,-21 2-31-16,-8-3 13 16,-6-3-13-16,-1-1 5 15,2-2-20-15,3 0 6 16,7-5-72-16,10-15-37 16,14-6-115-16,0-8-207 15</inkml:trace>
  <inkml:trace contextRef="#ctx0" brushRef="#br1" timeOffset="-120807.56">27955 7403 377 0,'0'0'217'0,"0"0"-134"16,0 0 11-16,0 0-41 16,0 0 2-16,0 0-25 15,175-40-27-15,-133 38 14 16,-1-2-7-16,-2-2-8 15,-8 2 26-15,-6-3-11 16,-6 2 24-16,-5-2 17 16,-5 7-37-16,-5-3 24 15,-4 3-21-15,0 0-22 0,0 0-2 16,0 0-14-16,0 20 14 16,0 12 31-16,-10 8-23 15,0 4 3-15,6-3-11 16,4-5 0-16,0-7 3 15,0-4 2-15,6-9-5 16,10-6 0-16,-3-6 15 16,3-4-6-16,-1 0-5 15,-5-14-1-15,-6-15-6 16,-4-4-25-16,0-7 24 16,-11-5-10-16,-15-1-34 15,-3 6 46-15,-5 7-23 16,-4 16-20-16,-2 13-22 15,-2 4-77-15,-1 4-62 0,3 16-340 16</inkml:trace>
  <inkml:trace contextRef="#ctx0" brushRef="#br1" timeOffset="-120378.81">26714 7908 709 0,'0'0'134'16,"0"0"-107"-16,0 0-10 15,0 0 37-15,0 0 73 16,0 0-82-16,216 39-4 15,-118-37-9-15,18-2-14 16,16 0 16-16,20 0-28 16,12-17-6-16,10-1 28 15,1 3-21-15,-18-2-4 16,-23 3 0-16,-30 2 8 16,-28 5-4-16,-26-2-7 15,-21 5 2-15,-16 0 10 16,-9 2-6-16,-2 2-12 15,-2 0-7-15,0 0 1 0,0 0-2 16,-13 0-18 0,-16 0-44-16,-14 6 1 0,-5 11-95 15,-10-2-3-15,-5 2-85 16,-3 1-8-16</inkml:trace>
  <inkml:trace contextRef="#ctx0" brushRef="#br1" timeOffset="-120004.05">27129 8049 81 0,'0'0'202'0,"0"0"-32"0,0 0-4 16,0 0-42 0,0 0-26-16,0 0-20 0,-162 0 24 15,218 0-57-15,23 2-16 16,14 0-21-16,14-2-6 15,13 0 12-15,15 0-14 16,2 0 0-16,-2-12 20 16,-15 2-19-16,-18-1 35 15,-17-1 11-15,-16 4-21 16,-15 1 33-16,-23 0-43 16,-11 6-6-16,-11 1 17 15,-7-2-17-15,-2 2-10 16,0 0 0-16,0 0 4 0,0 0-9 15,0 0 5 1,0 0 0-16,0 0-15 0,0 0 0 16,0 0 9-16,0 6-30 15,0 2-113-15,0-5-91 16,4-3-381-16</inkml:trace>
  <inkml:trace contextRef="#ctx0" brushRef="#br1" timeOffset="-118181.43">29859 7932 22 0,'0'0'69'15,"0"0"-13"-15,0 0 35 16,0 0-4-16,0 0 2 0,0 0 37 15,0 0-37 1,-84-37-15-16,75 32 8 0,-1 1 2 16,4 0-19-16,1 0-23 15,3 3-14-15,0 1 27 16,2 0-36-16,0-3 2 16,0 3-5-16,0 0-4 15,0 0 40-15,0 0-18 16,0 0-30-16,17-2 35 15,22 0-30-15,16-1-7 16,17-1-2-16,15 1 1 16,15-1-1-16,8 2 0 15,-6 1 9-15,-15-2-9 16,-16 3 1-16,-19 0 2 0,-11 0-3 16,-9 0 4-16,-13 0-4 15,-7 0 0-15,-8 0 0 16,-1 0 3-16,-5 0 7 15,2 0-10-15,-2 0 11 16,0 0-1-16,0 0-7 16,0 0-3-16,0 0 4 15,0 0 5-15,0 0-9 16,0 0 0-16,0 0-1 16,0 0-2-16,0 0 3 15,0 0 0-15,0 0-32 0,0 0 3 16,0 0-62-1,0 0-31-15,0 0-89 16,0-6-176-16</inkml:trace>
  <inkml:trace contextRef="#ctx0" brushRef="#br1" timeOffset="-117723.66">31060 7625 286 0,'0'0'202'0,"0"0"-122"16,0 0 17-1,0 0-42-15,0 0-11 0,0 0-3 16,5-7-38-16,-5 7 13 16,-11 4 14-16,-10 10-12 15,4 2 30-15,1 0-34 16,1 5-2-16,5 0 3 15,4 4-10-15,6 1 3 16,0 1 9-16,0 1-4 16,20 0 30-16,9-2-16 15,0-1 0-15,3-2 14 16,1-2-36-16,-2-3 39 16,-6-4-32-16,-6-4-9 15,-11-5 12-15,-8-2-9 16,0-2 2-16,0-1 9 15,0 0-17-15,0 0 29 16,-2 0-19-16,-19 3-5 0,-6 1 15 16,-4-2-16-16,4-1-4 15,3-1 0-15,6 0-18 16,4 0 0-16,1 0-75 16,7 0-65-16,4 0-41 15,2-11-123-15</inkml:trace>
  <inkml:trace contextRef="#ctx0" brushRef="#br1" timeOffset="-117167.46">31038 7682 262 0,'0'0'177'16,"0"0"-7"-16,0 0-62 15,0 0-9-15,0 0-59 16,0 0-19-16,0 0 11 15,165-40 0-15,-123 40-18 16,1 0 32-16,-3-2-38 16,-7 0 41-16,-4-3-11 15,-6 0-13-15,-4 1 22 16,-3 0-19-16,-3-1-19 16,-1 4 33-16,-5-2-35 15,-5 3 5-15,2 0 4 16,-4 0-10-16,0 0 2 15,0 0-8-15,0 0 0 0,0 0-7 16,0 0 9-16,0 0-2 16,0 0 0-16,-4 7 1 15,-9 15-1-15,-3 6 0 16,1 7 2-16,-1 2-2 16,3 4 3-16,5-2-3 15,4-1 0-15,4-1 9 16,0-5-11-16,7-6 2 15,19-8 0-15,3-8 10 16,8-10-6-16,0 0 0 16,-3-4 10-16,-1-20-3 15,-8-4-11-15,-3-7 0 0,-7-6 2 16,-4-4-5-16,-6-3 3 16,-5 2 0-16,0 4-1 15,-16 7-7-15,-8 10 1 16,-1 9-13-16,-6 11-48 15,0 5-10-15,-1 0-105 16,9 19-35-16,4 3-177 16</inkml:trace>
  <inkml:trace contextRef="#ctx0" brushRef="#br1" timeOffset="-116863.11">31841 7632 378 0,'0'0'250'0,"0"0"-198"0,0 0-2 16,0 0-35-16,0 0-15 15,0 0 0-15,31-7-6 16,-22 22 13-16,0-5-7 16,-2-4 0-16,-1-2 0 15,-4-4 31-15,-2 0 38 16,0 0 34-16,0 0 8 15,0-4-75-15,0-10 22 16,-10-3-40-16,-4 6-10 16,-8 1-6-16,0 5-2 0,-7 5-51 15,2 0 2 1,0 0-63-16,6 16-76 0,11 0-90 16</inkml:trace>
  <inkml:trace contextRef="#ctx0" brushRef="#br1" timeOffset="-116439.99">32262 7441 337 0,'0'0'339'15,"0"0"-267"-15,0 0-4 16,0 0 37-16,0 0-34 15,0 0-6-15,85-62-8 0,-78 62-33 16,-7 0 9-16,0 0-33 16,0 0-7-16,0 0 0 15,0 21-16-15,-12 14 23 16,-8 11 32-16,-6 11-27 16,-8 7 26-16,-7 12-26 15,0 7-4-15,-6 9 18 16,-4 4-11-16,-5 4-4 15,-2-2 3-15,0-2-1 16,4-10 8-16,8-9-14 16,8-15 0-16,9-16 15 15,9-15-10-15,5-12-5 0,7-7 0 16,6-8 4-16,2-2-1 16,0-2-3-16,0 0-12 15,2 0-1-15,23-8-79 16,10-18-45-16,10-11-141 15,6-6-242-15</inkml:trace>
  <inkml:trace contextRef="#ctx0" brushRef="#br1" timeOffset="-116125.45">32525 7770 474 0,'0'0'129'0,"0"0"-129"16,0 0 6-16,0 0 56 16,0 0 13-16,0 0 6 15,16 54 0-15,-8-46-42 16,2-7 31-16,-1 2 0 16,-1-3-4-16,-3 0 2 15,-1 0-65-15,-1 0 10 16,-3-8-13-16,0-4 13 15,0-2-8-15,-14 2-5 16,-11 0-16-16,-8 6 2 16,-9 6-79-16,-7 0 20 0,-7 10-49 15,-4 16-48 1,-5 5-109-16,1-3-59 0</inkml:trace>
  <inkml:trace contextRef="#ctx0" brushRef="#br1" timeOffset="-115758.86">31089 8364 491 0,'0'0'151'16,"0"0"-151"-16,0 0 79 15,0 0 76-15,0 0-106 0,0 0 31 16,185-3-28 0,-111-7 4-16,4-1-17 0,5-4-2 15,4-3 20-15,4-1-36 16,-6-4-3-16,-8 3 15 16,-12 3-28-16,-11 3-5 15,-11 1 0-15,-12 6 5 16,-10 2-6-16,-9 1 1 15,-5 4-29-15,-5 0 21 16,-2 0-77-16,0 0-45 16,0 0-39-16,-14 2-15 15,-12 12 154-15,-7 0-175 0,-10 0-95 16</inkml:trace>
  <inkml:trace contextRef="#ctx0" brushRef="#br1" timeOffset="-115391.27">31150 8460 44 0,'0'0'153'0,"0"0"-35"16,0 0 22-16,0 0-26 16,0 0 56-16,0 0-9 15,53 10-119-15,14-20 31 16,14-4-36-16,6 0-11 0,8-4 18 15,12 2-28-15,-4 0 23 16,-12 6-6-16,-15-1-31 16,-20 10 27-16,-17-3-18 15,-12 2-4-15,-9 2 13 16,-11 0-11-16,-5 0-8 16,-2 0-1-16,0 0 8 15,0 0-6-15,0 0-2 16,0 0 0-16,0 0 0 15,0 0 2-15,0 0-4 16,0 0 1-16,0 0-23 16,0 0 6-16,0 0-130 15,-13-3-63-15,-1-1-134 16</inkml:trace>
  <inkml:trace contextRef="#ctx0" brushRef="#br1" timeOffset="-103763.6">16604 15968 182 0,'0'-9'119'0,"0"5"-51"16,0 3-22-16,0 1 28 0,0 0 16 15,0 0 23-15,0 0-51 16,0 0-23-16,0 0-30 16,0 0-4-16,-8 0 4 15,-15 1-8-15,-10 20 6 16,-14 11 16-16,-16 12-20 16,-12 14 18-16,-12 11-6 15,-7 4-6-15,-1 4 31 16,1-5-29-16,3-11 4 15,4-6 7-15,4-6-17 16,12-14 15-16,11 1-9 16,10-14-10-16,17 1 12 15,10-14-13-15,15-5 0 0,6 0 5 16,2-4-1-16,0 0 5 16,0 0-9-16,0 0-10 15,0 0 2-15,2 0-19 16,6-8-8-16,-1 0 27 15,-2 7 3-15,0-4 5 16,-5 5 0-16,2-4 0 16,-2 4-6-16,0 0 6 15,0 0-4-15,0 0 2 16,0 0-29-16,0 0 9 16,-14 0 18-16,-3 0 4 15,-6 4 0-15,0 2 1 16,-1 2-1-16,2-4 0 15,0 0 6-15,3 1-6 0,9-5 4 16,3 1-1-16,7-1 24 16,0 4-11-16,0-4 15 15,0 0 8-15,2 0-12 16,25 0-4-16,11 0-12 16,18 5-3-16,15-1-1 15,18-1-5-15,25-1-2 16,17 3 0-16,16-5 3 15,21 0-4-15,17 0 1 16,22 0 0-16,18 3 6 16,-4 2-6-16,-18 3 0 0,-34 6 0 15,-42-5-52 1,-31 0 23-16,-23-1 24 0,-19-8 5 16,-16 0 4-16,-18 0-3 15,-14 0-1-15,-3 0 32 16,-3 0 2-16,0-8 11 15,0 4-26-15,0-1-15 16,-7 1 9-16,-9 3-13 16,-5-3-48-16,-2 4-57 15,-4 0-119-15,-2-5-196 16</inkml:trace>
  <inkml:trace contextRef="#ctx0" brushRef="#br1" timeOffset="-103328.85">16856 15843 535 0,'0'0'137'0,"0"0"-120"15,0 0 2-15,0 0 34 16,0 0 28-16,0 0 9 0,-89-46-37 16,96 56-46-1,22 31 19-15,13 17-8 0,21 7-9 16,15 16 16-16,16 0-25 16,8 9 5-16,10-2-5 15,8-9 5-15,0-2-5 16,-4-17 0-16,-11-8 5 15,-18-16-4-15,-20-10 2 16,-20-11-3-16,-19-12 1 16,-14 1 8-16,-10-4-12 15,-4 0 3-15,0 0-14 16,0 0 13-16,-18 2-6 16,-20 10-8-16,-16 15 15 15,-10 5-73-15,-16 16-26 16,-18 5-84-16,-13 5-172 15</inkml:trace>
  <inkml:trace contextRef="#ctx0" brushRef="#br1" timeOffset="-102801.58">15830 16753 197 0,'0'0'108'0,"0"0"-64"15,0 0 19-15,0 0 29 16,0 0 2-16,0 0-10 0,56-116-3 15,-48 112-20-15,-4 0-37 16,-4 4 9-16,4 0-31 16,1 8 3-16,1 32 8 15,1 14 17-15,-2 17 5 16,-5 10-16-16,0 12-16 16,0 1 5-16,-16 1-8 15,-1-2 2-15,-2-12-5 16,5-5-66-16,4-10-39 15,5-11-51-15,1-16-54 16,4-12-78-16</inkml:trace>
  <inkml:trace contextRef="#ctx0" brushRef="#br1" timeOffset="-102407.52">15853 17548 61 0,'0'0'136'16,"0"0"-95"-16,0 0-12 16,0 0 62-16,0 0 13 15,0 0 3-15,-44-26-11 16,44 26-30-16,0 0 15 0,9 0-12 16,20 0-39-1,12 0-19-15,20 0-8 0,15 0 8 16,22 0-11-1,22-9 4-15,25-5 6 0,22 5-10 16,23 0 6-16,6 6 21 16,-2 3-18-16,-16 0 11 15,-37 0-20-15,-35 0 8 16,-32 3-12-16,-29 2 4 16,-19-5 0-16,-9 0 4 15,-13 0-4-15,-4 0-2 16,0 0 2-16,0 0 0 15,-4 0-1-15,-13-5-47 16,-2-3-61-16,1 2-37 16,-3-2-71-16,6-6-55 0</inkml:trace>
  <inkml:trace contextRef="#ctx0" brushRef="#br1" timeOffset="-102129.68">17587 16941 325 0,'0'0'127'0,"0"0"-98"15,0 0 14-15,0 0 15 16,0 0 4-16,0 0-5 16,-21-81 3-16,21 81-46 0,-3 0-13 15,-2 0-1 1,-1 23 0-16,-3 12 39 0,0 15-2 15,0 13 2-15,0 9-9 16,1-2-27-16,-4-2 4 16,3-7-7-16,3-6-10 15,1-6-83-15,3-14-123 16,2-9-208-16</inkml:trace>
  <inkml:trace contextRef="#ctx0" brushRef="#br1" timeOffset="-101463.24">16137 16888 162 0,'0'0'203'16,"0"0"-87"-16,0 0-31 16,0 0 18-16,0 0-10 0,0 0-1 15,29-36-1 1,-27 36-52-16,-2 0 5 0,0 0-14 16,0 0-20-16,0 0 14 15,0 14-21-15,2 12 26 16,-2 11 13-16,0-2-37 15,0 0 9-15,0 4-14 16,0-7 6-16,-4 1 4 16,-2-8-10-16,2-2 0 15,0-5-5-15,2-8-38 16,2-3-46-16,0-2-3 16,0-5-32-16,0 0-18 0,0 0-49 15,0 0-11 1,2-14-57-16</inkml:trace>
  <inkml:trace contextRef="#ctx0" brushRef="#br1" timeOffset="-100929.41">16163 17052 90 0,'0'0'57'0,"0"0"9"16,0 0 23-16,0 0-6 16,0 0 18-16,0 0-39 15,-32-53 3-15,26 48-1 16,0 1-12-16,-3-4 16 15,1 2-22-15,4 3-15 16,0-6 24-16,2 3-24 16,2-2 5-16,0-1 12 15,0 4-20-15,8-7 3 0,13 6-2 16,3-6-21-16,5 6 3 16,0 1-11-16,0 5 0 15,-4 0 1-15,-5 0 2 16,-2 0-6-16,-7 11 3 15,-5 7 0-15,-4-1-9 16,-2 0 9-16,0 5-1 16,-11-3-9-16,-13 4 17 15,-5-7-7-15,-5 3 0 16,8-6 6-16,4-3-2 16,6-1-4-16,12-5 0 15,1-4-2-15,3 0-3 16,0 0 1-16,18 0-7 15,9 0 11-15,4 0-1 0,-2-4 4 16,-5 4-3-16,-3 0 7 16,-4 0 1-16,-1 9-4 15,-7 8 3-15,-3-4-7 16,-6 1 11-16,0 5-11 16,-11-7 0-16,-15 1 3 15,-6-2 4-15,1-3-9 16,2-1 2-16,5-7-105 15,4 0-23-15,8 0-153 16,12 0-193-16</inkml:trace>
  <inkml:trace contextRef="#ctx0" brushRef="#br1" timeOffset="-100314.02">16617 16964 472 0,'0'0'256'15,"0"0"-187"-15,0 0-33 16,0 0 31-16,0 0 12 16,0 0-19-16,8-35-57 15,-8 35 1-15,0 0-8 16,0 0-7-16,0 12 11 16,0 5 19-16,0 5-9 0,-14 2 11 15,-1 3-2-15,-6-1-9 16,1 6 13-16,-1-6-22 15,-4 1 7-15,4 0-8 16,6-5 6-16,4-8-6 16,6-10 0-16,1-1 4 15,2-3-2-15,2 0 6 16,0 0-6-16,0 0 20 16,0 0-17-16,2-15 5 15,11-5-10-15,1-3 3 16,1-3-4-16,-1 4 3 15,1-5-2-15,3 5 0 16,-3-4-1-16,1 3 1 16,3 2 0-16,-4 2 4 15,1 1-3-15,-3 4-1 0,-5 7 0 16,0 2 9-16,-6 1-2 16,-2 2-4-16,0 2-3 15,0 0 2-15,2 0-11 16,0 0 6-16,3 18 3 15,1 7 3-15,3 4 1 16,-2 7 2-16,2 0-6 16,-5 0 5-16,0-1 0 15,1-7-3-15,-3-3-2 16,1-6 0-16,-1-5-8 16,0-6 3-16,-2-4-29 15,2 0-30-15,-2-4-15 16,0 0-33-16,0 0-28 15,0-8-90-15,-2-7-293 0</inkml:trace>
  <inkml:trace contextRef="#ctx0" brushRef="#br1" timeOffset="-99517.46">16551 17111 356 0,'0'0'238'16,"0"0"-109"-16,0 0-22 15,0 0 35-15,0 0-47 16,0 0-44-16,53-8-45 15,-15 8 0-15,3 0-2 16,-3 0-4-16,-3 0 4 16,-8 0 1-16,-2 0 0 0,-8-5-5 15,-5 3 3-15,-4-1 6 16,1-1-6-16,-5-1 3 16,-2 1 6-16,2 4 21 15,-4 0-33-15,0 0 5 16,0 0-5-16,0 0 6 15,0 0-12-15,0 0 6 16,0 0-9-16,0 0 1 16,0 0 4-16,0 0 4 15,0 0-3-15,0 0 10 16,0 0-7-16,0 9 0 16,0 5 2-16,0-2 4 0,0 1-2 15,0 6-4-15,0-5 0 16,-6 2 7-16,2 2-8 15,2-8 1-15,0-3 0 16,-1 0 4-16,3-3-2 16,0-4-2-16,0 0 0 15,0 0 7-15,0 0-6 16,-2 0-1-16,0 0 0 16,0 0 18-16,2-18-16 15,0-1 0-15,0-2-2 16,0-6 8-16,0 0-9 15,2 0 1-15,5 5 0 16,1 0 0-16,-2 8 5 16,-2 4-5-16,0 6 9 0,-2 4-2 15,0 0-4-15,3 0-3 16,1 0-3-16,2 19-7 16,3 7 15-16,1 1-5 15,2 4 0-15,4-4 6 16,0 0-10-16,-5-5 4 15,3-4 0-15,-3-8 1 16,-4-2 5-16,0-8-6 16,0 0 13-16,0 0-6 15,0 0 22-15,0-18-19 16,1-8-8-16,0-3 4 16,-4-1-1-16,-1-5-5 15,-5-2 0-15,0 1 4 0,0 7-13 16,0 6 9-1,0 9-21-15,0 5 8 0,0 4-54 16,0 5-21-16,0 0-76 16,0 0-90-16,0 5-68 15,8 8-13-15</inkml:trace>
  <inkml:trace contextRef="#ctx0" brushRef="#br1" timeOffset="-98978.95">17180 16973 117 0,'0'0'245'0,"0"0"-126"15,0 0-25-15,0 0 12 16,0 0-15-16,0 0-19 16,22-15-30-16,-22 15-2 15,0 0-40-15,0 0 5 0,2 0-8 16,-2 10 11-16,0 12 2 16,0 4 13-1,0 6-18-15,0-1 17 0,0 5-3 16,0-4-9-16,-4-2 7 15,-3-7-11-15,2 4-4 16,1-13 0-16,2-6 3 16,0 1 4-16,2-9-8 15,0 0 1-15,0 0 40 16,0 0 5-16,0-9 3 16,0-17-42-16,18-2-1 15,1-6-4-15,6 1-3 16,0 1 0-16,-1 2-1 0,2 2 2 15,-1 2-1-15,-2 8 0 16,-3 6 7-16,-9 6-5 16,-3 3-2-16,-5-2 0 15,-3 5-7-15,0 0 2 16,0 0-3-16,0 0-5 16,-9 8 10-16,-11 3-2 15,0-4 5-15,0 3 0 16,-1-2-6-16,6 2 6 15,4 2 0-15,2 2 0 16,9 4 3-16,0 0 3 16,0 9-5-16,18-5-1 0,7 6 14 15,6-6-9-15,2 0-7 16,5-4 2-16,0-4-88 16,2-7-103-16,0-7-419 15</inkml:trace>
  <inkml:trace contextRef="#ctx0" brushRef="#br1" timeOffset="-98055.47">17871 17169 105 0,'0'0'162'0,"0"0"-133"16,0 0 25-16,0 0 52 16,0 0 20-16,0 0 7 15,-123-31-57-15,114 30 12 0,4 1-18 16,5 0-17-16,0 0 22 15,5 0-20-15,24 0 2 16,14 0-31-16,15 0-21 16,13 0-5-16,16 0 0 15,11 0 5-15,4 0-4 16,-3 0-1-16,-15 0 0 16,-17 0-12-16,-16 0 4 15,-12 0 1-15,-14 0 5 16,-6 0 2-16,-13 0 4 15,-2-4-4-15,-4-1 0 16,0 1 16-16,0-5-12 16,-4 0 2-16,-9 1-6 0,-9 3 0 15,1-4 5-15,0 4-5 16,0 0 2-16,10 1-3 16,2 0 6-16,7 4-5 15,2 0 0-15,0 0 2 16,0 0-6-16,0 0 3 15,18 0 1-15,2 13 3 16,2 4 2-16,0 2-5 16,-1-1 0-16,-6-4 2 15,-3 0 3-15,-10 2-5 16,-2-7-7-16,0 2 4 16,-2 1 4-16,-14-2-1 15,3 2 0-15,-3-2 4 0,7 7-10 16,0-5-38-1,9-1-94-15,0 1-57 16,18-3-213-16</inkml:trace>
  <inkml:trace contextRef="#ctx0" brushRef="#br1" timeOffset="-97178.89">19570 16888 180 0,'0'0'141'0,"0"0"-58"16,0 0 6-16,0 0 4 0,0 0 6 16,0 0 0-16,0-72-30 15,0 67 0-15,0 2-13 16,2 3-17-16,-2 0 15 15,0 0-20-15,0 0-25 16,2 0-9-16,-2 12 4 16,0 12-4-16,0 10 15 15,0 6-11-15,0 3 11 16,0 0-7-16,0-2-5 16,0-2 25-16,0-8-26 15,-2-4 9-15,-3-8-5 0,3-7-2 16,-1-6 7-1,3-2-1-15,0-4 12 0,0 0 43 16,16 0-36-16,11 0-9 16,6 0-8-16,5-10-6 15,5 2-3-15,1-3-1 16,1-1 1-16,-9 7 4 16,-9 1-5-16,-12-1-2 15,-9 5 0-15,-4 0-11 16,-2-4-9-16,0 4-33 15,0-4-55-15,0-1-103 16,0-4-172-16</inkml:trace>
  <inkml:trace contextRef="#ctx0" brushRef="#br1" timeOffset="-96797.61">19964 16958 264 0,'0'0'283'0,"0"0"-164"15,0 0-30-15,0 0-45 16,0 0-7-16,0 0-37 16,-2-22 5-16,-12 27-5 15,1 12 2-15,-1 1 2 16,3 5 34-16,3 4-14 16,6-1 9-16,-2-4-3 0,4 0-18 15,0-3 12 1,4-1-2-16,15-13-11 0,6-1 52 15,4-4-32-15,2 0 2 16,0-14-17-16,-6-8-10 16,-6-5 11-16,-3-4-17 15,-7-5 0-15,-7 0 2 16,-2 1 1-16,0 4-3 16,-4 4 1-16,-16 10-1 15,-4 3 0-15,-1 10 0 16,0 4-11-16,1 0 11 15,2 8-76-15,6 14-46 16,5 0-73-16,11 2-166 16</inkml:trace>
  <inkml:trace contextRef="#ctx0" brushRef="#br1" timeOffset="-95438.34">20303 16973 579 0,'0'0'212'0,"0"0"-118"16,0 0-43-16,0 0 28 16,0 0-4-16,0 0-25 15,17-41-24-15,-15 41-21 16,1 0-4-16,-3 9-1 16,0 14-17-16,0 0 17 15,-7 6 0-15,-10 7 1 0,-6-4 14 16,3 4-10-1,0-5 6-15,2-3-5 0,3-2 3 16,3-8-6-16,4-6-3 16,3-6 0-16,3-3-2 15,2-3 9-15,0 0-7 16,0 0 16-16,0-3-4 16,0-19 14-16,11-6-26 15,9-7 0-15,2 3 3 16,0 1 0-16,3-4-3 15,0 8 3-15,-6-5 4 16,2 6 11-16,-3 3-6 16,-5 5-9-16,-1 1 11 0,-2 2-6 15,-3 7-8-15,-1 4 0 16,0-1 6 0,-6 5-5-16,2 0-1 0,-2 0 0 15,0 0-11-15,0 9 9 16,2 17 2-16,0 6 0 15,0 8 6-15,3-4-2 16,-1 4-4-16,0-8 0 16,3 3-1-16,0-12 5 15,0-2-4-15,-3-7 0 16,-2-10-13-16,0 1 1 16,-2-5-40-16,0 0-7 15,0 0-2-15,0 0-72 16,-13 0 19-16,-5-9-67 0,-5-5-87 15,-2 2 55-15,0-2 176 16,-6 0 37-16,6-3 37 16,0 8 65-16,7 1 49 15,9 1 0-15,3 7-8 16,6-3 8-16,0 3-31 16,4-4-39-16,19 4-35 15,8-5-36-15,4 1 12 16,7 3 4-16,1 1-11 15,-1 0 12-15,-1-5-25 16,-5 1 1-16,-3 0 4 16,-4 0-2-16,-6-1-5 15,-8 5 0-15,-1-5 4 0,-6 1 2 16,-1 4-6-16,-3-3 0 16,0 3 2-16,-2 0 5 15,1-5-7-15,0 3 0 16,-1-2 4-16,-2 4 9 15,2 0-13-15,-2 0 0 16,0 0 0-16,0 0 0 16,0 0 0-16,0 0-4 15,0 0 4-15,0 0 2 16,-2 18-2-16,-6 0 0 16,2 8 4-16,0-3 1 15,-1 0-5-15,3-4 0 0,-4-1 4 16,4-2-2-1,0-6-2-15,-1-3 0 0,1 0-7 16,2-7 7 0,2 0 0-16,-2 0-1 0,0 0 3 15,2-14 13-15,0-14-15 16,0-2 0-16,0-2 1 16,0-4 5-16,0 2-6 15,6 11 0-15,3 5 1 16,-1 4 8-16,-2 11-7 15,0-2-2-15,1 5 9 16,-1 0-8-16,3 0-1 0,2 17 0 16,0 6 0-16,-2 3-1 15,5 0 1-15,-1-4 0 16,-2 2-2-16,5-7 6 16,-3 0-4-16,-2-6 0 15,0-3 2 1,1-4 5-16,-1-4-7 0,0 0 0 15,2 0 18-15,0-16-13 16,3-3 3-16,-3-4-2 16,1-7-4-16,-3-2 5 15,-7 1-7-15,-4-5 0 16,0 4-7-16,0 6 9 16,0 9-4-16,0 2 0 0,-8 7-29 15,1 4 13-15,-1-1-51 16,-2 5-73-16,3 0-102 15,1 9-274-15</inkml:trace>
  <inkml:trace contextRef="#ctx0" brushRef="#br1" timeOffset="-95184.49">21018 16848 220 0,'0'0'487'16,"0"0"-343"-16,0 0-90 16,0 0 30-16,0 0-34 15,0 0-10-15,116 8-13 0,-83 31-24 16,-4 12 17-16,-8 2-13 16,-13 5 2-16,-8 4-15 15,-6-4 6-15,-32-4-4 16,-22-8-48-16,-16-7-83 15,-11-4-119-15,-7-17-260 16</inkml:trace>
  <inkml:trace contextRef="#ctx0" brushRef="#br1" timeOffset="-94702.54">19199 16593 327 0,'0'0'153'16,"0"0"-102"-16,0 0 56 16,0 0 4-16,0 0-8 15,0 0-4-15,0 0-62 16,27-32-9-16,-27 32-5 15,0 14-11-15,0 12 64 16,-13 14-29-16,-10 18-14 16,1 6 17-16,2 15-26 15,8-1 8-15,12 1-16 16,0-4-14-16,21-11 10 16,26-5-12-16,13-7-16 0,16-11-10 15,11-6-78-15,10-9-103 16,7-15-299-16</inkml:trace>
  <inkml:trace contextRef="#ctx0" brushRef="#br1" timeOffset="-93400.02">20499 16624 363 0,'0'0'163'16,"0"0"-103"-16,0 0-11 15,0 0 23-15,0 0 18 16,0 0-48-16,2 0 2 16,-2 0-16-16,0 0-12 15,0 0 36-15,0 0-17 16,0 0 16-16,0 0-4 15,0 0-26-15,-7-12 13 16,-1-11-24-16,1-5-8 16,2-8 17-16,5-12-16 15,0-6-2-15,0-13-1 16,0-5 4-16,0 0-4 0,0 5 0 16,0 6 1-16,0 17 0 15,0 12 1-15,0 5-2 16,0 14 1-16,0 2 8 15,0 8-9-15,0 3 0 16,0 0 3-16,0 0-8 16,0 0 5-16,-4 0-5 15,-5 1 5-15,-9 15-6 16,-2 7 5-16,-2-4 1 16,-1 4 0-16,4 3 4 15,-4-1-1-15,5 1-3 16,1-1 0-16,3-7 5 0,5-6-7 15,3-3 2-15,3-9 0 16,3 0 9-16,0 0-6 16,0 0 9-16,0-17 15 15,9-10-17-15,9-4-15 16,2-1 5-16,7 2-2 16,-3 3-15-16,3 8 15 15,-2-2 2-15,-1 11-4 16,-2 4-8-16,-1 6 12 15,1 0 0-15,0 21 0 16,0 13-11-16,1 8-8 0,2 6-114 16,-4-8-120-16,2-14-418 15</inkml:trace>
  <inkml:trace contextRef="#ctx0" brushRef="#br1" timeOffset="-90646.57">20149 14995 218 0,'0'0'194'16,"0"0"-141"-16,0 0 13 15,0 0 39-15,0 0-33 16,0 0-32-16,0 0-37 15,0 0 6-15,0 0-2 16,0 0 13-16,0 0 26 0,0 0-23 16,0 0 3-16,0 0 10 15,0 0-19-15,0 0 18 16,0 0-4-16,0 0 0 16,0-10 34-16,0-4-48 15,4-4-15-15,7 2 1 16,3-3-1-16,-1 5-2 15,5-2 0-15,4 3-5 16,5 3 1-16,2 6 4 16,0 4-6-16,-5 0-1 15,-3 0 2-15,-6 9 3 16,-5 12-1-16,-6 3 1 16,-4 0-8-16,0-1 4 15,0 3 6-15,-18-6-5 0,-3 1 4 16,-2-7 1-16,-2 0 0 15,0-5 2-15,7-4 1 16,7-3 1-16,7-2-4 16,4 0 10-16,0 0-10 15,0 0 16-15,4 0-16 16,12-4-7-16,4 1-8 16,4 3 11-16,5 0-3 15,3 0 4-15,1 3-13 16,0 17 11-16,3 6 5 15,-5 4 0-15,-4-2-10 16,-11-1 10-16,-12-6-2 0,-4-6-4 16,-6-1-8-1,-21-2 14-15,-9-8 19 0,-7-3-1 16,-3-1 34-16,1 0-27 16,1 0-3-16,3 0 12 15,10-5-25-15,5-7 14 16,8 2-16-16,5 0-4 15,5 1 9-15,4 1-5 16,4 0-14-16,0-2-16 16,14 2-125-16,15-4-52 15,6 0-171-15</inkml:trace>
  <inkml:trace contextRef="#ctx0" brushRef="#br1" timeOffset="-89443.57">20704 14904 138 0,'0'0'138'0,"0"0"-36"16,0 0-13-16,0 0-21 15,0 0 10-15,0 0-28 16,8-13-18-16,-8 13 11 0,0 0-41 16,0 0 1-16,0 6 10 15,0 13 9-15,0 6 34 16,0-4-20-16,0 2-9 16,0 0 11-16,8-11-37 15,1-1 14-15,1-5-7 16,0-6-8-16,-1 0 29 15,-1 0-24-15,-1-8 7 16,-5-10 17-16,0 0-26 16,-2-4 5-16,0 4-8 15,0 4 2-15,-9 2 4 16,-6 8-6-16,-1-1 0 16,-1 5-10-16,-1 0 12 15,-1 0-4-15,2 5-2 16,3 5-87-16,8 2-49 0,6-7-223 15</inkml:trace>
  <inkml:trace contextRef="#ctx0" brushRef="#br1" timeOffset="-89095.12">21078 14797 376 0,'0'0'198'0,"0"0"-124"16,0 0-18-16,0 0-31 0,0 0 34 15,0 0-29 1,29-18-18-16,-29 18 12 0,0 4-13 16,0 10 15-16,0 5 7 15,-13 11-9-15,-5 5 23 16,-7 11-21-16,-6 6-9 15,-5 6 11-15,-1 10-27 16,-3 2 6-16,1 7-7 16,2-4 3-16,-1-3 2 15,5-3-5-15,6-17-7 16,4-1-8-16,8-17-51 16,3-6-4-16,10-12-46 15,2-10-90-15,0-4-129 0</inkml:trace>
  <inkml:trace contextRef="#ctx0" brushRef="#br1" timeOffset="-88739.32">21076 15266 200 0,'0'0'253'16,"0"0"-158"-16,0 0-49 15,0 0-45-15,0 0 14 16,0 0 17-16,-11 22 2 0,7-2 5 16,4-3-22-16,0 0 4 15,0-8 13-15,0 0-24 16,0-6 16-16,13 0 23 16,5-3-18-16,-1 0 2 15,1-6-27-15,-1-17-1 16,-2-2-2-16,-2-8 7 15,-6 1-19-15,-3 3 9 16,-4 1 0-16,0 6 10 16,0 8-10-16,-16 5 0 15,-3 1-13-15,-6 8-13 16,-4 0-83-16,-2 0-105 16,-2 0-315-16</inkml:trace>
  <inkml:trace contextRef="#ctx0" brushRef="#br1" timeOffset="-87451.71">20207 14125 203 0,'0'0'154'0,"0"0"-53"16,0 0-1-16,0 0-5 15,0 0 1-15,0 0-13 16,-9-56-12-16,6 51-11 16,1 2-3-16,0-1-22 15,2-1 6-15,0 1-19 16,0-1-9-16,0-4 22 15,0 0-30-15,12 0-3 16,-1 1-2-16,-1 2-4 16,2 6-3-16,1 0-3 15,3 0 10-15,-1 0 0 16,4 9 0-16,-4 9 0 16,-1 3 0-16,-6 4-8 15,-1 3 8-15,-5-2 0 16,-2 4 0-16,0-2-9 0,-5 2 11 15,-19-4-2-15,-3 1 0 16,-4 2-5-16,-5 0 5 16,-1-2 6-16,5-8-4 15,3-7 18-15,13-7-19 16,10-1 13-16,6-4 13 16,0 0 3-16,4 0 41 15,23-5-39-15,4-8-30 16,8 3 18-16,-6 0-17 15,-2 4-3-15,1 2 0 16,-3 0 0-16,0 0-8 0,0-2 5 16,-4 1-35-1,0-2 4-15,-2 2-52 16,-3-7-23-16,0-1-27 0,-4-3-70 16,1-1-47-16,1-2-15 15,-3-1 122-15,1 1 143 16,0-4 3-16,-3 0 80 15,-2 0 78-15,1 5 13 16,-8 6-21-16,-2 2-28 16,1 6-53-16,-3 4 7 15,0 0-58-15,0 0-18 16,0 9 0-16,0 8 0 16,4-3 3-16,2 0 6 15,6-10-4-15,-1 0 40 0,3-4-14 16,-1 0 12-1,-5 0 5-15,2-2-34 0,-6-11 5 16,-4-2-19-16,0 1 3 16,0 2-6-16,0 2 3 15,-7 2-10-15,-6 6 7 16,-2 0-7-16,-6 2 10 16,-3 0 0-16,-3 0-6 15,0 4-15-15,2 8-80 16,8 2-59-16,10-8-171 15</inkml:trace>
  <inkml:trace contextRef="#ctx0" brushRef="#br1" timeOffset="-87164.87">21045 13871 435 0,'0'0'213'15,"0"0"-139"-15,0 0-1 16,0 0-17-16,0 0 5 16,0 0-45-16,0 0-10 15,49-7 22-15,-49 29-5 16,0 10 6-16,-6 7-10 16,-19 8-6-16,-8 10 9 15,-5 4-20-15,-3 12 3 16,1 2-5-16,-3 2 7 0,6-2-15 15,-1-9-32-15,7-8-77 16,6-10-124-16,14-16-177 16</inkml:trace>
  <inkml:trace contextRef="#ctx0" brushRef="#br1" timeOffset="-86814.08">21183 14183 311 0,'0'0'204'0,"0"0"-155"16,0 0-33-16,0 0-16 0,0 0 63 16,0 0-26-16,-6 84-9 15,4-67-2-15,2-4-3 16,0-6 38-16,0-6-20 15,0-1 1-15,13 0 27 16,5-8-48-16,-1-14-1 16,-1-8-10-16,-3 2-5 15,-4-6 5-15,-2 5-9 16,-7 0 2-16,0 5-6 16,0 7-3-16,-7 6 3 15,-15 9 0-15,-2 2-19 0,-6 2-19 16,-3 21-84-16,2 3-118 15,6 6-238-15</inkml:trace>
  <inkml:trace contextRef="#ctx0" brushRef="#br1" timeOffset="-85833.16">21520 14408 135 0,'0'0'262'0,"0"0"-103"0,0 0-22 16,0 0 7-16,0 0-52 15,0 0 2-15,2-138-19 16,0 131-27-16,0 2 22 16,0 5-35-16,1 0-7 15,-1 0 12-15,0 0-38 16,5 0 0-16,2 0-2 16,4 9 0-16,7 17 3 15,1 10-3-15,-2 4 0 16,-1 6-6-16,-7 7 10 15,-6 3-8-15,-5 7 4 16,-3 2-2-16,-20-3-7 16,-9-6 8-16,-4-7 1 15,3-15-10-15,-1-10 15 16,5-6-5-16,2-9 1 0,6 0 3 16,3-6 5-16,3-1-9 15,3-2 0-15,5 0 4 16,3 0 4-16,4 0-8 15,0-7 0-15,0 0 4 16,0-2 6-16,0 5-10 16,0 0 0-16,0-2-1 15,0 4 6-15,0-2-5 16,0-1 0-16,0 4 1 16,0-3 1-16,0-3-2 15,0 4 0-15,0-1-1 0,2-1 5 16,0-2-4-16,3 2 0 15,-1 0 3 1,0 1 7-16,-2-5-10 16,2 8 0-16,-2 1-3 0,0 0 0 15,2 0 3-15,0 0-7 16,3 14 7-16,2 8 2 16,-2 4-2-16,-1 1 0 15,-1-2-3-15,-1-1 6 16,0-6-3-16,-1-1 0 15,0-8 1-15,1-3 1 16,-2-1-2-16,5-5 0 0,3 0 8 16,9 0-1-16,5-5-7 15,3-22 0-15,4 1 3 16,1-9-12-16,-1-8-9 16,-2 1-15-16,-5-4-7 15,-4-1-87-15,-6 1-53 16,-3 0-140-16</inkml:trace>
  <inkml:trace contextRef="#ctx0" brushRef="#br1" timeOffset="-85216.49">21513 14239 237 0,'0'0'237'15,"0"0"-128"-15,0 0-40 16,0 0-5-16,0 0-13 16,0 0-50-16,-7-6 2 15,0 22 12-15,-1 5 9 16,-3 2 21-16,1 0-10 15,2 3-3-15,-1-4 24 16,0 0-33-16,2-7 1 16,1-3-7-16,1-5-16 15,3-5 19-15,2-1-20 16,0-1 0-16,0 0 32 16,0-1-7-16,0-21-6 15,13-4-19-15,5-6 5 0,5-1-3 16,-2 3-2-1,2 2 0-15,0 6-3 0,-2 5 4 16,0 5-2-16,-1 5-3 16,1 5 4-16,0 2 25 15,1 0-25-15,1 9 0 16,-1 8-3-16,-2 1 5 16,-2 5-5-16,-5 0-99 15,-2 1-159-15,-1-6-386 16</inkml:trace>
  <inkml:trace contextRef="#ctx0" brushRef="#br1" timeOffset="-82357.89">20051 13837 507 0,'0'0'141'0,"0"0"-85"0,0 0 18 15,0 0-32-15,0 0 29 16,0 0 9-16,34-61-26 16,-34 59 14-16,0 0-40 15,0 0-13-15,0 2 7 16,0 0-17-16,0 0-10 16,0 0 1-16,-14 0 4 15,-11 16 27-15,-4 10-25 16,-11 13 1-16,-2 14 28 15,-7 14-25-15,-3 19 11 16,4 16 1-16,-2 6-12 16,6 13 23-16,1 13-29 0,8 2 0 15,8 6 25 1,16-5-24-16,11-8 11 0,0-18-8 16,31-9-4-16,7-15 18 15,2-17-18-15,-4-19 0 16,-7-18 13-16,-9-13-9 15,-9-8-4-15,-6-12 0 16,-5 0 4-16,0 0 12 16,0 0-16-16,0 0 0 15,0 0-1-15,4 0 1 16,5-9-35-16,5-12-66 16,5-7-135-16,12-8-241 15</inkml:trace>
  <inkml:trace contextRef="#ctx0" brushRef="#br1" timeOffset="-81497.2">22147 13640 115 0,'0'0'225'16,"0"0"-132"-16,0 0-50 15,0 0 43-15,0 0 25 0,0 0 11 16,-45-65-21 0,45 63-42-16,0 2-2 15,0 0-6-15,0 0-36 16,0 0 18-16,0 0-29 0,0 0-3 16,0 10-1-16,13 31 9 15,23 21 10-15,10 22 11 16,8 18-24-16,2 16 16 15,-16 14-22-15,-16 4 0 16,-22 1-4-16,-2 2 12 16,-41-1-8-16,-20-8 10 15,-11-5-1-15,-1-19 36 16,4-15-30-16,2-11-1 16,7-12 27-16,7-12-34 15,8-10 18-15,13-14-5 0,13-14-19 16,9-6 17-1,8-12-16-15,2 0-2 0,0 0 11 16,0 0 0-16,0 0-11 16,0 0 0-16,0 0-35 15,0-14-29-15,0-6-114 16,2 1-161-16,10-14-352 16</inkml:trace>
  <inkml:trace contextRef="#ctx0" brushRef="#br1" timeOffset="-79022.21">20129 15744 238 0,'0'0'184'0,"0"0"-147"16,0 0-4-16,0 0 28 16,0 0 68-16,0 0 9 15,0 0-60-15,-63-9-19 16,63 9-30-16,0 0-6 16,0 0 27-16,0 0-16 15,0 0 13-15,5 0-6 16,28 0-29-16,27 0 37 15,27 0-42-15,25 0-5 16,19 2 7-16,17-1-4 0,10-1-5 16,5 0 0-16,-7 0 2 15,-16-3-10-15,-31-5 5 16,-33 2-6-16,-29 2 3 16,-22-4-2-16,-15 4 8 15,-5-1 0-15,-5-4-4 16,0-2-2-16,0 0 3 15,0 1 3-15,-15-2-10 16,-2 3-18-16,-4 8-58 16,-10-3-44-16,-8 4-85 15,-9 0-117-15</inkml:trace>
  <inkml:trace contextRef="#ctx0" brushRef="#br1" timeOffset="-78633.43">19939 15811 480 0,'0'0'242'0,"0"0"-156"16,0 0-23-16,0 0-36 15,0 0 5-15,0 0 16 16,547-84-22-16,-354 74-24 15,19-4 13-15,2 2-10 16,-17-2 6-16,-26 2-2 16,-41 6-5-16,-41-2 9 15,-34 4-12-15,-26-1 16 0,-13 1 52 16,-12 3-18-16,-4 1-5 16,0 0-10-16,0 0-21 15,0 0 17-15,0 0-23 16,0 0-8-16,0 0 8 15,0 0-6-15,2 0-6 16,3 0 2-16,-1 0-32 16,3 0-3-16,0 0-63 15,-3 0-83-15,-4 0-48 16,0 0-283-16</inkml:trace>
  <inkml:trace contextRef="#ctx0" brushRef="#br1" timeOffset="-77717.46">20382 13668 64 0,'0'0'158'15,"0"0"-69"-15,0 0 6 16,0 0 1-16,0 0 4 16,0 0-10-16,-171-41 7 15,167 41-49-15,4 0 0 16,0 0 9-16,7 0 9 15,30 0-17-15,23 0-16 16,32 0-31-16,24 0 21 16,15 0-14-16,19 0-3 15,10 4-6-15,3 1 5 16,0-1-3-16,-16-4-2 16,-25 0 0-16,-26 0 1 15,-24 0 7-15,-24 0-8 0,-19 0 0 16,-15-2 1-16,-9-3 3 15,-5 3-4-15,0 0 0 16,0-3 3-16,0-2-3 16,-19 2-5-16,-3 2 4 15,-7 3-58-15,-7 0 11 16,-6 0-40-16,-5 15-22 16,-6-1-25-16,-9 3-59 15,-8 3-8-15,-9-1-4 16</inkml:trace>
  <inkml:trace contextRef="#ctx0" brushRef="#br1" timeOffset="-77169.76">20328 13802 81 0,'0'0'91'0,"0"0"22"16,0 0 0-16,0 0 13 15,0 0-13-15,0 0-17 16,-191-14 18-16,193 14-8 15,33 0-66-15,15 0 25 16,29 0-65-16,27 0 19 16,19 0 2-16,18 0-17 15,13-4 23-15,5-8-21 16,-1-2-6-16,-2-2 15 16,-15 0-7-16,-16-1-8 15,-22 6 5-15,-23 2-1 16,-26 2 28-16,-20 2-20 0,-20 3-4 15,-10 2 27-15,-4 0-28 16,-2 0 6-16,0-2-9 16,0 2 3-16,0 0-2 15,0 0-5-15,0 0 0 16,0 0 4-16,0 0 4 16,0 0-8-16,0 0 6 15,0 0-3-15,0 0 21 16,0 0-18-16,0 0 3 15,0 0 21-15,0 0-30 16,0 0 18-16,0 0-6 16,0 0-11-16,0 0 24 0,0 0-25 15,0-1 0-15,0 1 12 16,0 0-4-16,0 0-8 16,0 0 0-16,0 0 4 15,0 0-1-15,0 0-3 16,0 0 0-16,0-2-8 15,0 2-1-15,-4 0-52 16,-29 0-107-16,-10 0-331 16</inkml:trace>
  <inkml:trace contextRef="#ctx0" brushRef="#br1" timeOffset="-74685.12">21992 17816 287 0,'-7'-18'168'0,"3"10"-97"15,2 6-50-15,0 2 11 16,2 0-15-16,0 0 31 16,0 0-18-16,0 0-30 15,0 0 0-15,0 0-47 16,0 0-78-16,0-4-64 15,15 1-48-15</inkml:trace>
  <inkml:trace contextRef="#ctx0" brushRef="#br1" timeOffset="-74285.23">22081 17454 293 0,'0'0'109'16,"0"0"-74"-16,0 0 14 15,0 0 27-15,0 0 3 16,0 0 4-16,-6-31-21 16,6 31-32-16,0 0 6 15,0 0-28-15,0 0-3 16,-3 4-3-16,-1 33 9 15,0 21-11-15,-3 22 29 0,5 14 9 16,-1 5 15 0,3 3-27-16,0-8-10 0,0-6 18 15,0-16-26-15,0-14 6 16,0-18-13-16,0-10 5 16,0-11-3-16,0-9-3 15,0-7-4-15,0 2-5 16,3-5-59-16,-3 0 0 15,5 0-33-15,-1-5-46 16,4-12 7-16,-1-15-108 16,0-8 3-16</inkml:trace>
  <inkml:trace contextRef="#ctx0" brushRef="#br1" timeOffset="-74009.39">22089 17955 13 0,'0'0'142'0,"0"0"-20"0,0 0-3 15,0 0 13-15,0 0-29 16,0 0-25-16,0-241-15 15,6 227-24-15,7-4 26 16,3 6-43-16,1-2-3 16,6 3 3-16,-3 4-20 15,0-3 6-15,-2 10-6 16,-5 0 2-16,-6 0 8 16,0 0-12-16,-5 5 0 15,-2 18 10-15,0 3-7 16,0 3 15-16,-16-4-4 0,-10 1-12 15,-1-4 11-15,-2-4-13 16,2-4-4-16,7-1-42 16,7-8-69-16,6-5-65 15,7 0-85-15,0 0-74 16</inkml:trace>
  <inkml:trace contextRef="#ctx0" brushRef="#br1" timeOffset="-73223.84">22627 17437 43 0,'0'0'95'0,"0"0"-7"0,0 0-10 16,0 0-10-1,0 0-8-15,0 0-24 0,2-36-5 16,-2 32 5-16,0 4-10 16,0 0 18-16,0-3-3 15,0 3 2-15,0 0 13 16,0-3-26-16,0 3-9 15,0 0 11-15,0 0-18 16,0 0 9-16,0 0 1 16,0 0-15-16,0 0 20 15,0 0-25-15,0 0 2 16,0 0 14-16,0 0-18 16,-8 0 9-16,-3 0-11 15,-7 0 4-15,3 10 13 16,-8 12-17-16,-2 14 17 0,1 18 19 15,0 13-14 1,4 9 10-16,6 12-12 0,9 7-13 16,5-1 5-16,0 0-12 15,8-18 0-15,11-14-1 16,8-18-23-16,4-18-35 16,5-16-38-16,2-10-125 15,0-14-104-15</inkml:trace>
  <inkml:trace contextRef="#ctx0" brushRef="#br1" timeOffset="-72478.81">22938 17575 131 0,'0'0'135'15,"0"0"-105"-15,0 0-2 16,0 0 32-16,0 0 6 15,0 0 26-15,-5-111-3 16,2 106-26-16,3 5 6 16,0 0-33-16,-2 0 3 15,2 0 1-15,0 0-22 16,0 0 5-16,0 0-8 16,-2 0-15-16,0 0 6 15,-2 19 4-15,-5 15-1 16,-1 12 32-16,4 8-21 0,2 4 7 15,-3 4-8-15,3-4-16 16,2 0 20-16,0-9-21 16,2-5-1-16,0-16 7 15,0-6-2-15,0-14-3 16,0-2-1-16,0-6-1 16,0 0 28-16,17 0 1 15,10 0-3-15,8-14-21 16,3-8-1-16,0 0-5 15,-2-6 0-15,-5-3 2 16,-6 4 5-16,-8 0-3 16,-3 1-4-16,-5 2 0 15,-7 9 1-15,-2 0-1 0,0 10 0 16,0 0 4 0,0 1-1-16,0 4-3 0,0 0 0 15,0 0-2-15,0 0-16 16,0 29 14-16,0 4 3 15,-9 13 1-15,5 7 0 16,0 1 1-16,0-1-1 16,4 4 0-16,0-7 1 15,0-9-1-15,14-14 0 16,4-5 0-16,4-18 3 16,1-4 3-16,4 0-5 15,-5-27 2-15,-2-11 6 16,-7-13-13-16,-10-7 4 0,-3-4 0 15,0-5-2-15,-16 7 3 16,-7 12-1-16,-3 16 0 16,-1 10-13-16,0 14 13 15,-2 8-20-15,0 0-35 16,5 0-30-16,6 18-69 16,11 4-138-16,7-3-197 15</inkml:trace>
  <inkml:trace contextRef="#ctx0" brushRef="#br1" timeOffset="-71512.79">23684 17781 256 0,'0'0'126'0,"0"0"-117"15,0 0-6-15,0 0 23 16,0 0 68-16,0 0-37 16,0-9-6-16,0 6-7 15,0-4-37-15,-6 3 13 16,-7 0 8-16,-3-6 7 16,-3 6-17-16,-2 4-12 15,0 0-6-15,-3 0 2 16,2 0 0-16,0 9 3 15,1 18-1-15,4 4-4 0,1 1 11 16,3 7-3-16,5 6 13 16,2-6-8-16,4-2-5 15,2-1 16-15,0-10-23 16,0-8 8-16,0 1-2 16,0-14-3-16,2-1 0 15,2-4-4-15,6 0 2 16,1 0 19-16,7-14-21 15,3-13 2-15,0-4-2 16,1-5-3-16,-2-1 2 16,-2 4-3-16,-5 5 4 15,-1 5 0-15,-8 11 5 0,0 2-5 16,-1 7 1-16,-3 3 0 16,2 0-2-16,0 8-11 15,-2 18 7 1,0 6 2-16,0 4 6 0,0 3-1 15,0 2 4-15,0-5-3 16,0-4 3-16,0-2-6 16,0-16 0-16,4-2 8 15,1-6-5-15,2-6-3 16,-1 0 13-16,3 0-12 0,3-14 8 16,1-8-9-1,1-6-13-15,1-2 6 16,1-1-14-16,-1 8 14 0,1 0 6 15,-5 10-4-15,-3 9 4 16,-3 0 1-16,0 4 0 16,-3 0-8-16,5 18 14 15,-1 8-6-15,1 2 13 16,-3-2-10-16,1 1 0 16,0-1-3-16,-3-13 4 15,2 1-2-15,-2-9 0 16,0-2-2-16,0-3 10 15,3 0-9-15,-1-3 16 16,4-20-17-16,0-3-21 16,3-10 20-16,3 0-18 15,1 0 9-15,-1 2 8 16,-1 5 0-16,-4 12 2 0,-2 4 19 16,-3 13 11-16,3 0 12 15,1 19-38-15,6 15 3 16,-3 10 22-16,1 2-21 15,-1-2 4-15,-5-8-12 16,-2-4 1-16,-1-11-6 16,-1-8-43-16,5-4-89 15,6-9-159-15,5 0-237 16</inkml:trace>
  <inkml:trace contextRef="#ctx0" brushRef="#br1" timeOffset="-70974.67">24411 17897 199 0,'0'0'185'15,"0"0"-163"-15,0 0-14 16,0 0 40-16,0 0 23 16,0 0 1-16,2-77-39 15,-4 65-15-15,-13 2 10 16,-1 7 4-16,-2 3 13 15,-4 0-24-15,-3 7-3 16,-2 21 24-16,5 7-22 16,2 1 6-16,6 4 11 15,8-4-22-15,4 0 7 0,2-9-10 16,0-3-10 0,0-9 15-16,11-5-15 0,9-10 6 15,2 0 25-15,3-10-31 16,-1-20 13-16,3-11-15 15,-5 0 6-15,-3-7-2 16,-2-1-2-16,-3-5-2 16,-6 0 0-16,-3-4-2 15,-5-1-2-15,0 16 4 16,0 7 0-16,0 18 6 0,0 10 1 16,0 8-7-1,0 0 0-15,-5 4-17 16,-3 24 17-16,0 10 0 15,0 2 10-15,1 1 17 0,1-2-27 16,4 0 5-16,-4 0-5 16,6-1 7-16,0-1-9 15,0 3 2-15,0-8-57 16,0-2-4-16,14-10-107 16,3-12-21-16,2-4-63 15,1-4-31-15</inkml:trace>
  <inkml:trace contextRef="#ctx0" brushRef="#br1" timeOffset="-70909.71">24411 17897 205 0</inkml:trace>
  <inkml:trace contextRef="#ctx0" brushRef="#br1" timeOffset="-70374.92">24411 17897 205 0,'138'48'175'0,"-138"-48"-41"0,0 0-28 0,0 0-27 0,0 0-37 16,0 0-4-16,74-34-22 0,-68 34 9 16,2 0 6-16,0-5-19 15,-1 0 15-15,-1-4-5 16,2-5-12-16,0-8 5 15,-1 0-11-15,-1-4 1 16,-2-1-2-16,-4 0 4 16,0 3-7-16,0 5 2 15,0-1-1-15,0 11 11 16,0 1-7-16,-6 4-2 16,2 4-3-16,-3 0-3 15,-5 4-2-15,2 18 8 16,-1 12-3-16,1 2 30 0,6 6-21 15,4 3 4-15,0-6 0 16,0 2-9-16,4-5 4 16,10-14-8-16,-1-5 1 15,5-12-1-15,-3-5 3 16,6 0-3-16,1-10 0 16,1-24-16-16,1-2 14 15,-2-5-12-15,-4-3 2 16,-2 4 5-16,-8-6 5 15,2-2 2-15,-6 2 3 16,-2 2 1-16,0 4 7 16,-2 14-2-16,0 12-9 15,0 6 29-15,0 8-27 0,0 0-2 16,0 12-6-16,0 20-2 16,0 7 8-16,-4 12 7 15,-2 9-5 1,-6 8 32-16,3 8-30 0,1 9 5 15,-2 1-7-15,4-7 8 16,-3 2-9-16,2-10-1 16,0-7-28-16,3-16-21 15,4-12-59-15,0-13-77 16,0-14-92-16,0-9-115 16</inkml:trace>
  <inkml:trace contextRef="#ctx0" brushRef="#br1" timeOffset="-68565.14">24741 18093 538 0,'0'0'169'0,"0"0"-93"16,0 0-14-16,0 0 3 16,0 0-30-16,0 0-22 15,98-85 2-15,-69 64-10 16,0 3-5-16,-2-6 0 15,0 4 4-15,-1-1-12 16,1 4 7-16,-2 0-4 16,1 3-3-16,-1 6 8 0,-7-1 0 15,-3 4 0 1,-5 1 5-16,-6 1-8 0,0 0 3 16,-4-1 0-16,0 4 26 15,0-4-11-15,0 4 20 16,0-4-7-16,0 4-26 15,0 0 13-15,-6 0-15 16,-8 0-2-16,-4 8-9 16,-4 20 14-16,2 7-3 15,0 1 0-15,4 4 5 16,3-5-2-16,3-2-3 16,6-8 0-16,4-2 1 15,0-9 2-15,0-10-3 16,0 1 2-16,4-5 3 15,8-5-8-15,1-22 3 16,3 1-19-16,-1-9 15 0,1-1-30 16,0 8 27-16,-3 2 6 15,-4 8 2-15,0 9 1 16,-3 4-2-16,0 5 13 16,-4 0 14-16,2 0-27 15,-4 18-2-15,2 10 2 16,0-7 0-16,0 2-4 15,3 3 4-15,-1-8 0 16,4 0 5-16,0-4 1 16,-1-2-6-16,1-8 0 15,2-3 5-15,-2-1-12 0,3 0 2 16,1-5-31-16,3-16 12 16,3-2-23-16,0-7 19 15,0 2 8-15,-3 2 18 16,-3-1-1-16,-1 4 6 15,-5 10 3-15,-1 8 40 16,-3 1-20-16,-2 4 1 16,0 0-27-16,0 5 1 15,0 16-1-15,0 11 1 16,-9-1 0-16,5 0 7 0,4 1 0 16,0-5-8-1,0-2 1-15,0-5 4 0,0-4-1 16,4-7-4-1,3-4 0-15,0-1 11 0,4-4-11 16,2 0-3-16,7-12-20 16,0-16-10-16,1-2 22 15,-2-6-36-15,1 0 30 16,-2 0 13-16,-2 1 4 16,-3 3 0-16,-1 6 10 15,-6 8 4-15,-2 4 12 16,-2 10-7-16,-2 4-3 15,0 0-10-15,0 0-6 16,0 17-6-16,0 7 3 16,0 6 6-16,0-7 4 15,0 0-7-15,0-5 0 0,5-6 5 16,0 2-3-16,2-10-2 16,-1 4 3-16,0-6-1 15,6-2 0-15,-3 0-2 16,4 0-5-16,1-10-4 15,1-12-5-15,1 3 4 16,-3 2 7-16,1-1 2 16,-6 4-5-16,-1 1 6 15,-5 5 0-15,0 8 30 16,3 0-24-16,-2 0 8 16,1 0-14-16,0 17 4 15,1 1 10-15,1 0-14 16,-2-4 0-16,6 0 5 15,-1-6 2-15,6-4-14 16,1-4 7-16,6 0-43 0,0-4-9 16,0-15-48-16,3-2-6 15,-4-7-18-15,-2 2 57 16,-1-1 53-16,-3-5-6 16,-1 6 20-16,-3-1 8 15,-1-4 13-15,-6-1 28 16,-4-2 12-16,0-2 14 15,0 12-7-15,0 4-29 16,-7 6-1-16,0 10 15 16,3 4-34-16,2 0-8 15,-1 0-2-15,-1 0 1 0,2 16-8 16,-5 8 18-16,0 1 3 16,1 12 16-16,-1 7-24 15,1 10-7-15,0 4 15 16,0 4-23-16,2 0 1 15,-1 1 0-15,3-10 4 16,0-7-10-16,2-20-40 16,0-6-5-16,0-20 27 15,0 0-9-15,0-7 30 16,2-23 2-16,11-6-16 16,-1-8 12-16,-6-2 4 15,3-2 0-15,0 7 7 16,-2 5-5-16,4 10 14 0,0 4 24 15,5 4 11 1,-6 9 6-16,4 4-27 0,-3 5-3 16,0 0-21-16,1 0-6 15,-2 19-3-15,0 2-1 16,-3 9 4-16,-5-2-8 16,0 4-8-16,-2 3-16 15,0-7 5-15,0 2-68 16,0-4-1-16,0-11-53 15,-16-6-13-15,1-6 16 16,3-3 15-16,1 0 104 16,7-7 27-16,2-7 21 0,2-4 66 15,0-4 4 1,0 0-24-16,13 0 1 0,-2 2-32 16,4-1-16-16,-1 7-18 15,-1 0-2-15,1 1-31 16,-1-4-76-16,-2 3-97 15,3 0-73-15</inkml:trace>
  <inkml:trace contextRef="#ctx0" brushRef="#br1" timeOffset="-68304.26">26272 17584 260 0,'0'0'220'0,"0"0"-118"15,0 0 25-15,0 0-13 0,0 0-27 16,0 0-30-16,58-23-50 16,-42 46 12-16,-1 5 26 15,-3 16-16-15,-10 11 23 16,-2 15-36-16,0 14-11 16,-9 10 8-16,-13 8 2 15,-7-7-12-15,-5-10-3 16,-1-15-50-16,-2-12-1 15,6-17-69-15,10-24-139 16,11-17-432-16</inkml:trace>
  <inkml:trace contextRef="#ctx0" brushRef="#br1" timeOffset="-67791.59">26720 17711 485 0,'0'0'235'16,"0"0"-134"-16,0 0-11 16,0 0 3-16,0 0 9 0,0 0-41 15,-15 0-22 1,17 3-2-16,18-3-27 0,11 0 10 16,5 4-16-16,4-4 2 15,-4 0 0-15,-1 0-6 16,-6 0-28-16,-6 0-8 15,-10 0-76-15,-6 0-24 16,-5 5-87-16,-2-2-170 16</inkml:trace>
  <inkml:trace contextRef="#ctx0" brushRef="#br1" timeOffset="-67626.68">26683 17947 7 0,'0'0'525'0,"0"0"-369"16,0 0-110-16,0 0 28 16,0 0 6-16,0 0-65 0,0 0-15 15,182-2-25-15,-128-14-139 16,-3-12-274-16</inkml:trace>
  <inkml:trace contextRef="#ctx0" brushRef="#br1" timeOffset="-67005.51">27638 17619 19 0,'0'0'72'0,"0"0"11"16,0 0 38-16,0 0-3 15,0 0-14-15,0 0-7 16,3-39-17-16,-3 31-10 16,0 8 11-16,0-2-17 15,0-2 8-15,0 4-32 16,0 0-20-16,0 0 9 0,0 0-29 16,0 0 0-16,-7 9 4 15,-4 18-3-15,0 13 33 16,4 14 4-16,1 8-3 15,6 9-9-15,-3 1-26 16,3-4 0-16,-4-12-1 16,2-15-10-16,2-14-61 15,0-13-78-15,0-14-123 16,9 0-216-16</inkml:trace>
  <inkml:trace contextRef="#ctx0" brushRef="#br1" timeOffset="-66593.78">27887 17744 389 0,'0'0'169'15,"0"0"-105"-15,0 0 2 16,0 0-20-16,0 0 2 16,0 0-21-16,8-8-24 15,-8 8 1-15,0 0 6 16,0 13 27-16,0 7 24 15,-11 6-29-15,0 13-8 16,-2 10 10-16,1 4-22 16,3 5 23-16,5 0-12 15,4-7-15-15,0-7 11 0,0-9-15 16,13-12-3-16,10-11 15 16,3-7-15-16,6-5 32 15,1-8-9-15,-2-19-22 16,0-9 18-16,-2-8-20 15,-4-6 0-15,-7-16-1 16,-7-6 4-16,-11-5-3 16,0 7 0-16,-4 21 1 15,-21 12-3-15,-2 21 2 16,-8 14-8-16,1 2-6 16,-1 9-80-16,6 22-31 15,8 1-117-15,13 4-215 0</inkml:trace>
  <inkml:trace contextRef="#ctx0" brushRef="#br1" timeOffset="-66282.5">28354 17766 423 0,'0'0'256'0,"0"0"-246"15,0 0-10-15,0 0 0 16,0 0 29-16,0 0 17 16,19 54-25-16,-15-47 11 15,-2-4-1-15,0-3 18 16,0 0 16-16,-2 0-9 0,0 0 9 16,0-6-22-16,0-10-26 15,0 3 6-15,0-1-23 16,-6 5-11-16,-8 6 11 15,-1 3-39-15,-1 0-29 16,3 0-28-16,4 7-104 16,9 7-174-16</inkml:trace>
  <inkml:trace contextRef="#ctx0" brushRef="#br1" timeOffset="-65972.67">28796 17642 385 0,'0'0'311'16,"0"0"-192"-16,0 0-10 15,0 0-15-15,0 0-42 16,0 0 4-16,78-58-24 16,-78 58-20-16,0 0 12 15,0 0-20-15,0 0 6 16,0 0-4-16,0 3 3 15,0 22-2-15,-13 15 8 16,-14 8-7-16,-7 14 13 16,-6 15-21-16,-4 13 2 15,-2 12-2-15,4-4-4 0,7-4-21 16,6-13-20-16,11-9-64 16,11-16-32-16,7-12-117 15,0-16-144-15</inkml:trace>
  <inkml:trace contextRef="#ctx0" brushRef="#br1" timeOffset="-65672.85">29041 18079 634 0,'0'0'144'0,"0"0"-118"16,0 0 8-16,0 0-34 15,0 0-3-15,0 0 1 16,0 58 4-16,0-48-2 16,0-6 6-16,0-4-4 15,0 0 17-15,0 0 11 16,0 0 18-16,11-14-10 16,2-13-37-16,-1-8 0 15,-4-5-1-15,-5-1-7 16,-3 6 7-16,0 5-34 15,-25 7-49-15,-11 18-52 16,-6 5-108-16,-7 0-199 16</inkml:trace>
  <inkml:trace contextRef="#ctx0" brushRef="#br1" timeOffset="-65372.02">27646 18436 730 0,'0'0'281'0,"0"0"-238"16,0 0 33-16,0 0-45 16,0 0-6-16,0 0 1 15,432-9-24-15,-301 9 8 16,10-7 9-16,-3-7-1 0,-13 9 20 15,-25-4-32 1,-26 0 1-16,-25 9-7 0,-20-3-4 16,-14 3-5-16,-7 0-31 15,-8 0-94-15,0 0-42 16,-23 12-63-16,-8 2-134 16</inkml:trace>
  <inkml:trace contextRef="#ctx0" brushRef="#br1" timeOffset="-65159.05">27984 18615 578 0,'0'0'354'16,"0"0"-233"-16,0 0-38 16,0 0-58-16,0 0 18 15,0 0-21 1,415-42-21-16,-312 27 10 0,-12 1-11 15,-18-4-4-15,-17 4-67 16,-15-8-88-16,-15 0-97 16,-4 1-272-16</inkml:trace>
  <inkml:trace contextRef="#ctx0" brushRef="#br1" timeOffset="-46955.27">22209 15775 601 0,'-14'-17'116'15,"8"8"-99"-15,6 4-8 16,-3 2 24-16,3 3 30 16,0 0-31-16,0 0-7 15,0 0-25-15,0 0 0 16,0 0-5-16,0 0 12 15,0 0-7-15,0 0 8 16,0 0-5-16,0-3 28 0,0 3-22 16,0 0-5-1,0 0 10-15,0 0-7 0,0 0-7 16,0 0 0-16,0 20 2 16,0-8 33-16,0 11-35 15,3 0 0-15,7-2 20 16,6 4-18-16,0 0 13 15,4 1-5-15,-2 1-8 16,2 1 17-16,0-1-19 16,-3 4 0-16,-1-5-5 15,-3-3 11-15,1 0-6 16,-1 3 0-16,1 0 3 16,1-4 12-16,1 2-14 15,1 3-1-15,4-6 45 16,1 5-42-16,1 2 6 0,3-1-5 15,1 4 0 1,0 1 12-16,2 7-16 0,2-7 0 16,2-2 7-16,6 1-1 15,1-2-6-15,6 1 3 16,5-4 3-16,5-4 7 16,2 2-13-16,3 2 0 15,-3-4 9-15,-6 2-6 16,-2 2-3-16,-8 1 0 15,-1-1 3-15,-4-3-4 16,-1 4 1-16,5-5 0 16,0 4-1-16,6-8 6 0,2 0-5 15,5 0 0-15,2-4 2 16,2 0 5-16,0 3-7 16,-5 0 0-1,0 1 8-15,-3 0-3 0,-4 0-5 16,1 1 0-16,-3-2 1 15,4-3-2-15,0 3 1 16,2-3 0-16,-1 0-3 16,2-2 8-16,-2 2-5 15,5-5 0-15,-2 3 3 16,9-1 14-16,4 1-16 16,2-3-1-16,2 5 6 15,0 3 1-15,-3-2-7 0,2-6 0 16,-1 8 4-1,-5-8-5-15,-2 2 1 0,0 1 0 16,1-3-1 0,-3 3 6-16,0-2-5 0,-2-2 0 15,-6 2 2-15,2-1 4 16,-3-6-6-16,2 3 0 16,0-1 3-16,3-2 3 15,-1 1-6-15,3 1 0 16,0-5 2-16,-1 5 4 15,-1-5-6-15,-1 4 0 16,-4 0 1-16,1 5 6 16,-6-8-7-16,3 3 0 15,2 1 1-15,-2-2-1 0,4 3 0 16,-4-6 0-16,4 5-4 16,-2-2 7-16,2 2-3 15,-1-1 0-15,-2 1 2 16,-1-1-3-16,-5 0 1 15,-1 1 0-15,-1 0-5 16,-7-1 12-16,1 1-7 16,-5-5 0-16,-5 4 1 15,-3-1-1-15,-8-3 0 16,-5 0 0-16,-3 0-4 16,-3 0 11-16,1 0-7 15,-3 0 0-15,0 0 2 16,0 0 0-16,0 0-2 15,0 0 0-15,0 0-6 0,0 0 6 16,0 0 0-16,0 0-4 16,0-3 3-16,-14-15-14 15,-1-4 8-15,-5-5 2 16,-1 1-5-16,2-1 12 16,-2 0-2-16,3 3 0 15,3 2 0-15,3 10 2 16,6 2-2-16,1 1 0 15,3 9-4-15,2-3 7 16,-2 3-3-16,2 0 0 16,0 0 0-16,0 0-11 15,0 0 5-15,0 8 6 16,0 6-11-16,4-2 12 0,13 3-4 16,2-6 3-1,1 3 0-15,3-7-4 0,-2 4 4 16,2-1 0-16,0-2-1 15,-8-2 6-15,-6-4-5 16,-4 5 0-16,-5-2-2 16,0 8-7-16,-14 6-1 15,-22 10 10-15,-12 3 18 16,-4-2-14-16,7 4 13 16,7-11-17-16,9 2 3 15,16-2-8-15,13 5-16 16,0-6-172-16,40-11-369 15</inkml:trace>
  <inkml:trace contextRef="#ctx0" brushRef="#br1" timeOffset="-41342.79">16899 11087 576 0,'0'0'150'0,"0"0"-50"15,0 0-39-15,0 0 11 16,0 0-25-16,0 0-19 16,0 0 27-16,11-111-49 15,-9 110 7-15,-2 1 14 0,0 0-25 16,0 0 12-16,0 0-8 16,0 0 0-16,-4 0-7 15,-19 18 13-15,-8 19-12 16,-5 16 12-16,1 11-4 15,4 15 1-15,4 16-7 16,4 7 1-16,10 5 7 16,2-4-7-16,6-14-3 15,3-9 0-15,2-10-6 16,0-12-15-16,0-17-46 16,9-13-57-16,9-14-51 15,7-14-149-15,-1 0-118 16</inkml:trace>
  <inkml:trace contextRef="#ctx0" brushRef="#br1" timeOffset="-40661.18">17051 11538 87 0,'0'0'154'16,"0"0"-37"-16,0 0 5 15,0 0 1-15,0 0 2 16,0 0-62-16,29-119 16 15,-27 112-33-15,-2 2-9 16,0 2 13-16,0 3-26 16,0-3 7-16,0 3-10 0,0 0-19 15,0 3-4 1,0 25-6-16,0 8 8 0,0 7 17 16,-5 1-12-16,2-1-2 15,-1-5-3-15,2-10 4 16,0-6-4-16,-3-10 0 15,5-5 1-15,0-5 3 16,0-2 6-16,0 0-7 16,0-4 11-16,0-19-8 15,16-9-12-15,2-3-5 16,-2-2 0-16,1 4-3 16,-5 1 11-16,-1 9 3 15,-3 7-1-15,-3 8 5 16,0 6-4-16,-3 2 0 15,2 0 1-15,-1 23-5 0,-1 9 11 16,0 6-7-16,-2 1 4 16,0 0 6-16,0-4-10 15,0-9 0-15,0-8 5 16,0-8-5-16,0-6 8 16,0-4-8-16,4 0 8 15,3 0 1-15,7-18-8 16,3-10-1-16,1-4-33 15,5-6 31-15,-4 0-27 16,1 2 29-16,-1 4-6 16,-2 8 14-16,-3 8-8 15,-1 6 9-15,-2 10 8 0,0 0 4 16,0 4-21-16,-4 23 0 16,-2 10-1-16,-3 1 3 15,-2 3-2-15,0-4 0 16,0-4-36-16,0-8-2 15,0-4-70-15,0-8-28 16,4-6-61-16,9-7-88 16,6 0-21-16</inkml:trace>
  <inkml:trace contextRef="#ctx0" brushRef="#br1" timeOffset="-39965.54">17690 11543 147 0,'0'0'209'0,"0"0"-110"0,0 0-15 16,0 0-11-16,0 0 1 16,0 0-27-16,2-41-35 15,-2 41 0-15,0 0-10 16,0 0-2-16,0 0 1 16,0 0 3-16,0 0 10 15,0 4-4-15,0 1-9 16,0 2 18-16,0-2-15 15,0 2-1-15,0-7-3 16,0 0 9-16,0 0-6 16,0 0 7-16,0 0-6 15,0-4 18-15,5-11-18 16,1 1-4-16,1-5 0 0,-5 3 2 16,1 2-2-16,-3 0 0 15,0 6 0-15,0-2 8 16,0 6-3-16,0-1-4 15,-7 5-1-15,-4 0-10 16,-5 0 10-16,-2 0 0 16,0 9 0-16,-1 7 4 15,-2 3 5-15,3 8-9 16,5 3 22-16,-1 2-20 16,10 3 28-16,2 0-17 15,2-1-10-15,0-2 18 16,0-5-16-16,2-8-5 15,10-4 0-15,-4-8 2 0,3-4-6 16,3-3 6-16,-3 0-2 16,3-10 4-16,1-15-4 15,-1-3-7-15,1-4 5 16,1 1-16-16,1-6 16 16,2 5-2-16,-4 0 4 15,3 6 12-15,-5 8-7 16,-1 6 1-16,-6 8 23 15,-2 4-29-15,1 0 14 16,-3 20-12-16,0 10-2 16,-2 6 31-16,0 2-30 15,0 2 3-15,0-4-4 0,0-2 6 16,0-7-12-16,0-8-14 16,0-3-45-16,0-5-35 15,0-7-141-15,0-4-107 16</inkml:trace>
  <inkml:trace contextRef="#ctx0" brushRef="#br1" timeOffset="-39727.67">17938 11543 489 0,'0'0'200'0,"0"0"-87"15,0 0-56-15,0 0-13 16,0 0-20-16,0 0-24 15,71 43 21-15,-53-11-16 16,-1 2 2-16,3-2 1 0,3 1-5 16,2-6-4-16,-4-4 1 15,0-3-54-15,-1-9-11 16,-3-4-66-16,2-7-58 16,-6 0-54-16,-4-8-33 15</inkml:trace>
  <inkml:trace contextRef="#ctx0" brushRef="#br1" timeOffset="-39468.81">18252 11640 14 0,'0'0'122'0,"0"0"-20"16,0 0 25-16,0 0-6 15,0 0-5-15,0 0-7 0,0-102-28 16,0 102-35-16,0 0 9 16,0 0-49-16,-3 0 3 15,-12 2 12-15,-5 13-12 16,-5 2 21-16,-4 9-13 15,-2 4 7-15,-4 6 14 16,-5 5-19-16,-3 2 12 16,3 2-18-16,7-5-4 15,8-8-3-15,12-8-6 16,9-9-19-16,4-8-19 16,8-7-69-16,26 0 5 0,8-16-137 15,5-16-232 1</inkml:trace>
  <inkml:trace contextRef="#ctx0" brushRef="#br1" timeOffset="-39167.47">18421 11214 389 0,'0'0'150'0,"0"0"-51"15,0 0 22-15,0 0-22 16,0 0-30-16,0 0-28 16,78-78-40-16,-56 103 16 15,-1 5-17-15,-4 12 0 0,-1 14 12 16,-7 13-6-16,-5 15 4 16,-4 8-10-16,0 2 12 15,-19-8-22-15,-15-9 10 16,-6-11 0-16,-9-8-3 15,-5-8-22-15,-4-4-71 16,0-10-86-16,7-15-248 16</inkml:trace>
  <inkml:trace contextRef="#ctx0" brushRef="#br1" timeOffset="-38799.85">17113 12123 176 0,'0'0'227'16,"0"0"-121"-16,0 0-42 15,0 0-4-15,0 0-12 16,0 0-28-16,181 5-18 15,-97-5 1-15,19 0 12 16,15-9-10-16,11-9 46 16,0 0 7-16,-9 4-12 0,-12 0-22 15,-19 5-14 1,-20 0-10-16,-22 3 0 16,-19 2 4-16,-14 0-9 0,-12 4 5 15,-2 0-50-15,0 0-46 16,-22 0-29-16,-16 0 103 15,-11 12-87-15,-9 1-91 16,-9 0 18-16</inkml:trace>
  <inkml:trace contextRef="#ctx0" brushRef="#br1" timeOffset="-38374.8">17262 12140 94 0,'0'0'168'0,"0"0"-46"16,0 0-19-16,0 0 2 15,0 0-13-15,0 0-17 0,0 0-13 16,-84 6-4-16,146-5-45 16,15-1 17-16,10 3-27 15,17-3 21-15,14 0-22 16,7 0 6-16,6-7-2 16,-4-5-4-1,-11-2-1-15,-21 5 35 0,-20-2-23 16,-25 6 18-16,-13-2 4 15,-14 4-6-15,-9 1 31 16,-7 2-39-16,-3 0-16 16,-4 0 5-16,0 0-10 15,0 0-1-15,0 0-1 0,0 0-4 16,0 0 6-16,0 0 0 16,0 0 0-16,0 0 15 15,0 2-8-15,0-1-7 16,0-1 0-16,0 0 3 15,0 0 4-15,0 0-7 16,0 0 0-16,0 0-7 16,0 0-2-16,0 0-17 15,-2 0-76-15,-2 2-58 16,-5 0-57-16,-1-2-153 16</inkml:trace>
  <inkml:trace contextRef="#ctx0" brushRef="#br1" timeOffset="74360.13">29017 17423 70 0,'0'-10'221'0,"0"-2"-119"0,0 2-69 16,0 2 35-16,0-1 7 15,0 9 14-15,2-5-43 16,0 1-20-16,0 1 13 16,0 3-17-16,0 0 4 15,-2 0 21-15,0 0-35 16,0 0 15-16,0 0 5 15,0 0-11-15,0 0 25 16,0 0-22-16,-2-5-8 16,-13-1 8-16,-3 3-18 15,-5-2-3-15,-4 1 5 16,-2-2-8-16,-6-2 17 0,-1 4-17 16,-1-1 0-16,-3-4 9 15,-1 1-2-15,-3-1-4 16,1 0 11-16,-1 5-7 15,-3-3 17-15,3 0-20 16,2 7-2-16,-3-5 14 16,5 5-10-16,-1 0-6 15,5 0 0-15,1-5 4 16,4 5 2-16,0-4-6 16,-1 4 0-16,3 0-3 15,-4 0 7-15,0 0-4 16,-3 0 0-16,0 0 2 15,0 0 0-15,3 0-2 16,2 4 0-16,0 1-4 16,1-5 8-16,4 5-4 0,-1-5 0 15,3 4 1-15,-1-1-1 16,-4 8 0-16,-2-2 0 16,-2 0-6-16,2-1 10 15,-1 6-4-15,1-2 0 16,2 3 0-16,-2 2 0 15,4-3 0-15,5-2 0 16,-3 3-7-16,2-1 12 16,4 3-5-16,-4-5 0 15,3 6 1-15,1-4-1 16,-2 8 0-16,1-3 0 0,0 3-6 16,0 0 9-1,0 6-3-15,0 2 0 0,0-2 2 16,3-3 1-16,0 2-3 15,9-5 0-15,1 1-1 16,0 0 6-16,3 3-5 16,-3-4 0-16,1 6 2 15,1-2-4-15,2 6 2 16,1-2 0-16,2 7-3 16,0-2 3-16,0 2-1 15,0 3 1-15,2 4 0 16,12 0-2-16,4 0 2 0,0-1 0 15,0-5-6 1,-1 1 8-16,-1-7-2 0,1 1 0 16,0 1 1-16,3-6-6 15,1 6 5-15,6-6 0 16,2 1-8-16,5-4 8 16,-1 1-1-16,4 5-5 15,2-3-1-15,1 4-1 16,3 4 8-16,1-6 0 15,0 2-6-15,1-2 9 16,0-6-4-16,0 0 1 16,-6-7 0-16,7-1-10 15,-2-3 6-15,1-1 4 16,1-2-4-16,1 1 9 16,4-4-5-16,5 0 5 0,2-7-4 15,4 0 29-15,1 0-29 16,3-2 1-16,4-10 12 15,-1 1-7-15,2 0-5 16,1-4-2-16,-3-3 5 16,-3 4 11-16,-3 3-15 15,-5-8 2-15,-4 9 15 16,-5-8-11-16,-3 2-1 16,-1 0 6-16,-1-1-11 15,2-4 27-15,-4-1-25 0,-1-6-2 16,7 0 15-1,-2-7-7-15,1 3-2 0,0-1-5 16,-4-4 5-16,-6 1-4 16,-1-4-3-16,-5 0 0 15,-2-1-1-15,0 2 5 16,-2-1-4-16,-5-1 0 16,-2 1 2-16,-4-1-1 15,-8-4-1-15,0 1 0 16,-4 3-4-16,-4 6 7 15,0-1-3-15,0 2 0 16,0-2 1-16,0 3-1 16,0-3 0-16,-7 2 0 15,-6-2-2-15,-5 0 5 16,0-9-3-16,-6 6 0 0,-5-7 0 16,-5-6 4-1,-8 1-4-15,-9-7 0 0,-12 4-1 16,-13 2 0-16,-17-2-5 15,-12 6 3-15,-11 2-29 16,-9 6 18-16,-4 9-46 16,-9 4-41-16,-5 13-53 15,-5 9-140-15,-2 5-238 16</inkml:trace>
  <inkml:trace contextRef="#ctx0" brushRef="#br1" timeOffset="96137.23">26691 17561 45 0,'-31'0'0'16,"-9"-3"-10"-16</inkml:trace>
  <inkml:trace contextRef="#ctx0" brushRef="#br1" timeOffset="150654.7">28731 1365 390 0,'0'0'102'0,"0"0"-69"15,0 0 11-15,0 0 21 16,0 0-7-16,0 0 13 16,-28-44-32-16,22 38-8 15,4-2 17-15,-2-1-8 16,2-2 16-16,0 1-10 15,-3-3-26-15,3-2 27 0,-2 1-34 16,-2 0-10 0,2-1 8-16,0 3-3 0,-1-2 2 15,1 1-10-15,2-1 5 16,-2 2 0-16,2 0-5 16,-4-2 0-16,4 1-2 15,-2-1 5-15,-1 2-3 16,1 0 0-16,0 0 1 15,0 2-3-15,1-2 2 16,-2 5 0-16,3-1-3 16,-2 3-1-16,4 1 2 15,-3 3-5-15,1 1-29 0,2 0-7 16,-2 0-46 0,-6 0-51-16,-6 13-48 15,-6 8 3-15,-2 0-137 0</inkml:trace>
  <inkml:trace contextRef="#ctx0" brushRef="#br1" timeOffset="151870.68">28462 914 338 0,'0'0'99'16,"0"0"-36"-16,0 0-3 0,0 0 10 16,0 0 17-16,0 0-27 15,0-24-30-15,0 24 5 16,0 0-26-16,0 0 4 15,0 0 1-15,0 0-9 16,0 0 0-16,0 0-5 16,0 0 2-16,0 8-10 15,0 15 16-15,0 6 4 16,0 7 21-16,-2 8-22 16,-2 2 13-16,0 7 3 15,2 3-16-15,0 4 22 16,0 8-30-16,0 4 14 15,-1 6 9-15,-1 7-25 16,-6 5 11-16,2 8-6 16,-5 3-2-16,-1-3 23 0,1-8-25 15,1-2 7-15,-1-2 7 16,3 3-10-16,-2 0 1 16,1-2 4-16,2-5-8 15,-5-4 10-15,6-5-10 16,-1-6 5-16,-3-1 7 15,8-5-14-15,-2 1 13 16,1-3-9-16,1-5 0 16,2-2 4-16,2-2-4 15,-3-1-5-15,3-3 0 0,-2-3 12 16,-1-4-11 0,1-5-1-16,0-8 3 15,0-6 6-15,0-6-9 16,2-8 0-16,0 0 0 0,0-2 7 15,0-3-7-15,0 2 0 16,0-3 5-16,0 0 11 16,-2 0-12-16,2 0 3 15,0 0 5-15,-7 0-4 16,3-20-6-16,-8-6-2 16,-1-5 1-16,1-1 2 15,-1-4 0-15,3-3-3 16,0 1 0-16,1-1-6 15,3 7 6-15,2 4 0 16,1 3 0-16,0 10-1 0,3 1 3 16,0 6-2-16,-2 4 0 15,2 1-1-15,0 3-2 16,0 0 3-16,0 0 0 16,0 0-15-16,0 0 12 15,0 3-5-15,0 15 6 16,0 5-3-16,12 6 4 15,-1 0 1-15,-3-2 0 16,2-5 4-16,-1-4-3 16,-5-6-1-16,0-4 0 15,0-3-1-15,0-5 1 16,-2 0 0-16,2 0 0 0,7 0 32 16,7-17-20-16,7-7 2 15,4-4-13-15,2-4 9 16,-5 4-11-16,-4 2 1 15,-5 6 0-15,-7 4-10 16,-5 4 8-16,-3 7-22 16,0 0-6-16,-2 5-57 15,2 0-46-15,0 0-81 16,-2 0-159-16</inkml:trace>
  <inkml:trace contextRef="#ctx0" brushRef="#br1" timeOffset="150614.15">22699 13932 315 0,'0'0'131'16,"0"0"-46"-16,0 0-77 15,0 0 53-15,0 0-6 16,0 0-8-16,0 0 30 15,-9-102-41-15,9 90-9 16,3-1 12-16,-1 6-2 16,-2 0-6-16,2 2 9 0,-2 3-13 15,0 2 11 1,0 0-22-16,0 0-8 0,0 0 1 16,0 0-9-16,0 0-1 15,0 24-6-15,0 16 7 16,0 16 6-16,-10 11-5 15,6 9 0-15,0 6 22 16,0 8-22-16,4 0 22 16,-3 1 5-16,3-6-14 15,0-4 17-15,0-7-24 16,0-6-3-16,0-15 16 16,0-12-15-16,0-9-2 15,0-8-3-15,0-10 4 16,0-7 5-16,0-5-9 15,0-2 0-15,0 0 23 0,0 0-13 16,0 0 16-16,0-6-9 16,0-14-15-16,0-5 7 15,0 2-9-15,-6 4 0 16,-2-3-3-16,0-4 7 16,-3 3-4-16,-3-3 0 15,3-3 0-15,1 3-1 16,0 6 1-16,3 8 0 15,3 2-5-15,2 8 10 16,0 2-6-16,2 0 1 0,0 0-3 16,0 0-5-16,0 4 3 15,0 20 5-15,0 6-7 16,6-4 11-16,10-2-4 16,2-7 0-16,-2-4 3 15,1-6 7-15,1-5-8 16,-1-2 0-16,4 0 7 15,1-7-4-15,5-13-10 16,0-13-1-16,-3-4-42 16,-2-1-34-16,-3 0-81 15,0 1-170-15,-1 2-299 16</inkml:trace>
  <inkml:trace contextRef="#ctx0" brushRef="#br1" timeOffset="172117.8">12217 15177 26 0,'5'-9'59'0,"0"0"-33"16,-1-3 5-16,0 6 7 16,-2-2 13-16,3 2-10 0,-3 3 1 15,-2-2 18-15,2 5 15 16,-2-4-6-16,0 4-4 15,0 0-7-15,0-2-30 16,0 2 12-16,2-1-5 16,1-6-15-16,2 3 17 15,-3-6-4-15,0 2 7 16,0 3 12-16,2-4-30 16,-4 6 4-16,5-6-8 15,-5 6 10-15,0 0 9 16,0 3-31-16,0 0 14 15,0 0 1-15,0 0-17 16,0 0-1-16,0 0-3 16,0 0-21-16,0 6 15 0,-5 24 3 15,-7 10 3-15,-2 15 0 16,-4 3 6-16,2 4-5 16,-4 5-1-16,-2 0 0 15,-5 1 24-15,-2 3-23 16,0-1 10-16,0-3-8 15,0-9 5-15,2 1-8 16,3-7 0-16,0-1 2 16,-3-7 12-16,2-3-11 15,3-4 4-15,1-7 0 16,4-4-1-16,1-8-3 0,5-4-1 16,3-6 2-1,-2-8 14-15,6 2-11 16,-1-2 11-16,1 0 12 0,-4 0-30 15,-2 0 25-15,-1 0-25 16,0-2 2-16,2-6 7 16,0-1-5-16,-2 0-4 15,2 1 0-15,0-2 9 16,0 0-11-16,3-2 2 16,-4 3 0-16,2-8 3 15,1 3 3-15,1-1-6 16,1 2 0-16,-2 5 8 15,7 0-10-15,-2 3 2 0,0 4 0 16,2-3-5 0,0 4 7-16,0 0-2 0,0 0 0 15,0 0 1-15,0 0-7 16,0 0 6-16,0 0-1 16,0 0-14-16,0 0 6 15,0 13 9-15,0 10 0 16,0-1 1-16,0 5-9 15,4-6 8-15,3 3 0 16,2 1-5-16,-2-2 5 16,3 0 0-16,0 0 0 15,1-7-4-15,2-6 4 16,1-6 0-16,5 1 24 16,10-5 9-16,5 0-27 0,4-14 10 15,4-9-9-15,-6 2-1 16,0-2 9-16,-8 0-15 15,-3 6 0-15,-5 1-2 16,-7 6 4-16,-5 2-4 16,-6 6-31-16,-2 2-56 15,-12 0-138-15,-17 10-348 16</inkml:trace>
  <inkml:trace contextRef="#ctx0" brushRef="#br1" timeOffset="174629.18">8676 16583 511 0,'0'0'166'15,"0"0"-86"-15,0 0 13 16,0 0-21-16,0 0 4 16,0 0-14-16,0 0 5 0,53-106-26 15,-53 106 0-15,0 0-7 16,0 0-17-16,0 0 16 15,0 0-32-15,0 0 2 16,0 0-5-16,0 0 2 16,0 0-4-16,-5 4-3 15,-14 23 7-15,-10 14 17 16,-9 8-9-16,-9-2-6 16,-5 3 18-16,1-1-17 15,0-7 3-15,4-3 7 16,7-4-11-16,9-12 14 15,6-4-16-15,14-6 0 16,5-10 8-16,6-1-1 0,0-2-9 16,0 0 2-1,23 4 0-15,20 1 17 0,15-5-15 16,11 3 0-16,2-3 11 16,-8 0-9-16,-10 0-4 15,-17 0 0-15,-16 0 5 16,-11 0-2-16,-7 0-3 15,0 0 0-15,-2 0 0 16,0 0 5-16,0 0-7 16,0 0 2-16,5 0-39 15,6 0-8-15,7 0-85 16,8-3-82-16,7-11-154 16</inkml:trace>
  <inkml:trace contextRef="#ctx0" brushRef="#br1" timeOffset="174969.99">9072 16485 443 0,'0'0'136'15,"0"0"-96"-15,0 0 41 16,0 0 12-16,0 0 9 15,0 0 6-15,-20-52-45 0,20 50-17 16,0 2-12 0,0 0-11-16,0 0 2 0,0 0-25 15,0 28 0-15,0 8 3 16,0 12 2-16,0 2 16 16,0 2-20-16,0-6 4 15,0-1 3-15,0-5-8 16,0-8-5-16,0-6-19 15,10-4-95-15,9-4-51 16,3-14-50-16,5-4-111 16,0-4-19-16</inkml:trace>
  <inkml:trace contextRef="#ctx0" brushRef="#br1" timeOffset="175329.77">9409 16427 535 0,'0'0'185'16,"0"0"-151"-16,0 0-13 15,0 0 17-15,0 0-1 16,0 0 4-16,-16 18-18 16,16-8-7-16,0 2 17 15,0-6-17-15,7-2 16 16,-3-4 11-16,-1 0-13 15,-1 0 23-15,2 0-2 16,-2-10-9-16,3-12-32 0,-3 0-10 16,-2-4 0-1,0 7 1-15,-11-3 0 0,-9 12-1 16,0 3 13-16,-5 2-2 16,-1 5-22-16,-3 0 10 15,4 12-3-15,3 7-2 16,6 3-83-16,8 0-21 15,8-4-52-15,0-4-56 16,21-10-152-16</inkml:trace>
  <inkml:trace contextRef="#ctx0" brushRef="#br1" timeOffset="175618.57">9818 16070 507 0,'0'0'134'0,"0"0"-76"16,0 0 22-16,0 0 2 15,0 0 9-15,0 0-72 16,14-48-19-16,-14 60-12 16,0 24 12-16,-6 22 0 15,-25 18 44-15,-10 18-6 16,-7 12 15-16,-4 3-19 15,0 2-18-15,2 1 4 16,5-11-15-16,7-6-6 16,11-11 1-16,9-20-98 0,11-11-13 15,7-17-119-15,0-19-195 16</inkml:trace>
  <inkml:trace contextRef="#ctx0" brushRef="#br1" timeOffset="175912.89">10007 16571 380 0,'0'0'235'0,"0"0"-121"16,0 0-24-16,0 0-21 16,0 0-23-16,0 0-42 0,2-14 6 15,-4 43-9-15,-1-3 1 16,3-11 4-16,0-1 3 15,0-10 1-15,0-4 26 16,0 0 6-16,3 0 21 16,-1 0-9-16,2-18-54 15,-2-4 19-15,-2 0-39 16,0 5-26-16,-6-2-4 16,-19 15-66-16,-8 4-90 15,-5 4-120-15,-7 24-83 16</inkml:trace>
  <inkml:trace contextRef="#ctx0" brushRef="#br1" timeOffset="177517.02">8354 17700 321 0,'0'0'206'0,"0"0"-90"15,0 0-5-15,0 0 9 0,0 0-26 16,0 0-46-16,-6-9-6 15,6 9 2-15,0 0-17 16,2-9 21-16,16-3-48 16,9-6 0-16,4-10-1 15,2 2-33-15,3-6 16 16,-7-3-14-16,-2 3-20 16,-8-3 15-16,-3 4 5 15,-7 4 16-15,-7 8 11 16,-2 1 6-16,0 11-1 15,0 2 4-15,0 5-2 0,-2 0-2 16,-9 0-17 0,-5 12 2-16,1 16 14 0,1 7-4 15,-1 4 5-15,3 3 23 16,6-1-9-16,1 3 9 16,5 0 3-16,0 5-16 15,5-8 15-15,13 3-22 16,1-8 0-16,4-9-2 15,0-13-1-15,-1-6 0 16,0-8 11-16,0 0 2 16,1-27-13-16,-3-5-4 15,-3-8-17-15,-3 4-8 0,-5 1 2 16,2-6-16 0,3 3 43-16,3-2-58 0,1 4 55 15,3 8 6-15,-2 6 13 16,-3 7 17-16,1 8-14 15,-5 2 9-15,-1 5-28 16,0 0 5-16,-2 0-12 16,0 14 14-16,-1 8-2 15,2 0 12-15,-1 1-5 16,-1-2 15-16,1 2-23 16,3-9-1-16,-4-2 7 15,1-6-4-15,1-3-3 16,-4-3 5-16,3 0-4 15,-1 0 25-15,4-13-27 16,1-13-2-16,1-6-9 16,-3-8-36-16,-3-1 6 15,-2-3-21-15,-4 8-11 0,-2 4 54 16,0 10 17-16,0 5 27 16,0 12 12-16,0 5-15 15,0 0 1-15,0 0-25 16,-2 5-10-16,-1 15 10 15,3 6 1-15,0-1 3 16,0 3 22-16,0-2-25 16,7 0 20-16,6-3-10 15,5-1-5-15,2-12 10 16,4-1-16-16,1 0 4 16,2-9 5-16,2 0 3 15,0 0-4-15,0-14-2 0,0-9-5 16,-5-2-2-1,-2 1-12-15,-6-3-6 0,-5 1 5 16,-2 4-8-16,-4 5 9 16,-3 3 2-16,-2 5 3 15,0 6 8-15,0 3 0 16,0 0-16-16,-2 0 8 16,-10 15-9-16,-1 8 12 15,2 9 1-15,-2-1 4 16,6 5 22-16,3-6-12 15,1 3-1-15,3-3 10 16,0-9-18-16,0 4 6 16,3-13-5-16,5 2 5 0,1-10-3 15,3-1-4-15,-1-3 0 16,2 0 40-16,3-3-35 16,1-20 10-16,-1 2-15 15,2-2 0-15,-5-4-1 16,2 1-23-16,-1-1 6 15,-1 5 14-15,-1 3-2 16,-1-2 6-16,-3 11 0 16,2 7 0-16,-8-2 10 15,0 5-10-15,0 0-5 16,3 0 3-16,-3 12-11 16,2 6 13-16,1 4 5 0,-3 1-3 15,1-1 14-15,-1-5-16 16,0 2 1-16,-2-9 2 15,2-2 1-15,-2-8-4 16,2 0 3-16,-2 0-1 16,3 0 27-16,3 0-17 15,1-18-12-15,2-8-4 16,0-1-22-16,-5 3 23 16,3 2-13-16,2 6 10 15,2 6-3-15,0 2 14 16,3 8-5-16,3 0 0 15,-1 0-3-15,-1 5 2 16,3 12 1-16,-5 5 0 16,-1-8 3-16,-1-1-3 15,-5-5-7-15,4-7-11 0,-1-1-64 16,3 0-38-16,0-9-62 16,1-13-139-16</inkml:trace>
  <inkml:trace contextRef="#ctx0" brushRef="#br1" timeOffset="177928.39">9939 17161 145 0,'0'0'250'0,"0"0"-126"15,0 0-1-15,0 0-16 16,0 0 6-16,0 0-55 0,27-68-56 16,-23 68 0-1,4 22-1-15,-2 5 19 0,-2 8 17 16,3 7-24-16,-1 2 15 15,2 4-19-15,0-2-7 16,-1-2 8-16,-3-4-10 16,-2-8 0-16,-2-6 0 15,0-12 6-15,0-1-11 16,0-10 5-16,0-3 0 16,0 0 27-16,0 0 9 15,-6 0 20-15,-3-7-5 16,-5-16-45-16,6-3 11 15,3-2 12-15,5 3-8 16,0-4 6-16,0 0-27 16,2 3 4-16,17 1 13 0,0 4-14 15,2-2 4 1,-3 9-7-16,-1 2 1 0,-1 6-6 16,1 6-31-16,6 0-26 15,4 0-47-15,4 18-46 16,4-4-125-16,3-6-316 15</inkml:trace>
  <inkml:trace contextRef="#ctx0" brushRef="#br1" timeOffset="178438.32">10254 17111 254 0,'0'0'260'0,"0"0"-148"16,0 0-52-16,0 0-10 15,0 0 7-15,0 0 0 16,96-41-28-16,-70 41-21 16,1 0 1-16,0 4 1 15,2 15-1-15,-7-1 12 0,0 4 12 16,-6-1-17-16,-7 2 6 16,-7 0 1-16,-2 0-12 15,0-11 25-15,0 2-10 16,0-10 4-16,0-4 19 15,0 0-30-15,0 0 17 16,0 0 16-16,0-4-14 16,0-18-5-16,2-8-33 15,13-2 3-15,8 4-5 16,-1-3 2-16,3 4-16 0,0 5-18 16,1 3-48-16,-1 7-27 15,4 2-46-15,2 6-70 16,0 0-40-1,-2 4 3-15,-2 0 74 0</inkml:trace>
  <inkml:trace contextRef="#ctx0" brushRef="#br1" timeOffset="179053.5">10902 17008 64 0,'0'0'104'15,"0"0"16"-15,0 0-5 16,0 0 17-16,0 0-3 16,0 0-46-16,4 0-13 15,-4 0-10-15,0 0-15 16,0 0-16-16,0-4-29 15,-4 4 0-15,-4 0-1 16,-4 0-4-16,1 0 0 16,-2 8 0-16,1 11-6 0,4-2 11 15,1 1 4-15,3 5 6 16,2-6 2-16,2 5-9 16,0-8-1-16,0-2-2 15,0-5 5-15,0-3-14 16,0-4 18-16,0 0-9 15,6-11 7-15,7-10 0 16,3-1-8-16,-3 0 1 16,5 3 0-16,-3 6 1 15,2 4-1-15,0 6-1 16,-1-4-4-16,4 7-14 16,-2 0 15-16,2 0 4 0,-3 0-37 15,-1 0 0-15,-1 0-19 16,-1 0 23-1,-1-12-19-15,-3-2-45 0,-2-4-19 16,1-3 21-16,-2-6 48 16,0-1 46-16,-3-2 1 15,-2-6 23-15,1 4 64 16,-1-2-5-16,2 6 9 16,3 1-24-16,2 5-5 15,2 12 34-15,0 6-27 16,3 4-22-16,-6 0-30 15,4 9-8-15,-1 15-5 16,-2 10 8-16,-3 2-4 16,-4 0 13-16,1-4-19 15,-3 2 4-15,0-2-6 0,0 0-3 16,0-6-1-16,0-4-58 16,-5-8-17-16,-1-6-33 15,-3-4-2-15,0-4-2 16,0 0-62-16,0-4-86 15</inkml:trace>
  <inkml:trace contextRef="#ctx0" brushRef="#br1" timeOffset="179234.39">11176 16929 56 0,'0'0'295'0,"0"0"-43"16,0 0-71-16,0 0-48 0,0 0-43 16,0 0-19-1,43-87-41-15,-30 82-12 0,0 5-18 16,3 0-7-16,2 0 4 15,-2 0-71-15,2 11-49 16,-1 1-59-16,-1 2-87 16,1-5 33-16,-1 0 4 15</inkml:trace>
  <inkml:trace contextRef="#ctx0" brushRef="#br1" timeOffset="179621.17">11408 16932 116 0,'0'0'127'0,"0"0"8"16,0 0 5-16,0 0 2 15,0 0-50-15,0 0-31 16,45 0-13-16,-31 0-36 16,3 0 14-16,-1 0-1 0,1 0-19 15,-1-3 13-15,-1-8-18 16,-1 3-1-16,-1-2 15 16,-1 2-11-16,-8-6 1 15,-4 2-1-15,0-2-3 16,0 4 31-16,0-2-29 15,0 7 2-15,-2 0 6 16,-14 1-11-16,1 4-7 16,-1 0 3-16,1 0 5 15,1 14-4-15,1 8 6 16,4 0 7-16,4-1 41 16,5 4-13-16,0-4 14 0,0 2-13 15,14-5-16-15,8-1 14 16,4 0-29-16,5-7-3 15,8-5 15-15,3-5-17 16,-2-5-6-16,-1-17-21 16,-4-6-40-16,-4-2-61 15,0 2-104-15,1-2-192 16</inkml:trace>
  <inkml:trace contextRef="#ctx0" brushRef="#br1" timeOffset="180066.31">10165 17652 25 0,'0'0'124'16,"0"0"-12"-16,0 0-17 15,0 0-27-15,0 0 34 16,0 0-8-16,-226 39-7 0,226-39 39 16,9-5 2-1,25-13-97-15,12-8-7 0,14 3 10 16,19-4 9-16,14-7-31 15,19-7 10-15,8 2-19 16,-1-2 2-16,-11 1-5 16,-18 12 0-16,-22 2-17 15,-14 8 7-15,-18 4-21 16,-12 5 20-16,-10 2-4 16,-7 5-17-16,-5 2 25 15,-2 0-45-15,0 0-87 16,-14 0 16-16,-17 6 13 15,-9 11-77-15,-12 6-64 16</inkml:trace>
  <inkml:trace contextRef="#ctx0" brushRef="#br1" timeOffset="180301.02">10129 17619 105 0,'0'0'149'0,"0"0"-89"16,0 0 3-16,0 0 102 15,0 0-49-15,0 0-80 16,301 23-14-16,-205-35-13 16,-3-6-6-16,-8 0 6 15,-9-1-5-15,-16 2-4 0,-13-1 3 16,-11 0-1 0,-14 4-1-16,-9 5-1 0,-4 0-19 15,-7 0-75 1,-2 6-146-16,0-8-86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7-13T16:06:21.129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22461 11739 0 0,'0'0'17'16,"0"0"1"-16,0 0 9 15,0 0-19-15,0 0 0 0,0 0-1 16,0 0-7-16,-21 1-17 16,19-1-1-16,-2 3-8 15,-1-2 21-15,-1 6-14 16</inkml:trace>
  <inkml:trace contextRef="#ctx0" brushRef="#br0" timeOffset="1354.59">22461 11739 85 0,'-88'32'108'0,"88"-32"-50"16,0 0-4-16,0 0 7 15,0 0-6-15,0 0 9 16,0 0-12-16,0 0-7 15,0 0 16-15,0 0-46 16,0 0 21-16,0 0-4 16,0 0-3-16,0 0 32 15,-15 0-24-15,-11 0-25 16,-11 0 16-16,-7 0-25 16,-10 0 10-16,-8 0 14 15,-9-4-18-15,-8-2 39 16,-8-4-33-16,-6-6 17 0,-3-2 26 15,-6-6-42 1,-1-7 31-16,1-1-25 0,4-4-14 16,11 0 7-16,10-4-12 15,15 2 2-15,7 4 8 16,10 2-7-16,12 4-6 16,12 3 4-16,8 10-4 15,9 2 25-15,2 8-19 16,2 0-1-16,0 3 4 15,0-1-1-15,0 3-8 16,0 0 0-16,0 0 1 16,0 0 6-16,0 0-7 15,0 0 0-15,0 0-7 16,0 0 0-16,0 0 5 16,0 0-1-16,-2 0 3 15,2 0-3-15,-2 0 3 0,-2 0 0 16,0 0 0-16,-2 0 6 15,-1 0-6-15,3 0 0 16,2 0 3-16,2 0 4 16,-2 0-7-16,-4 0 0 15,4 0-2-15,-2 0 9 16,4 0-7-16,-2 0 0 16,2 0 1-16,-3 0 2 15,-1 0-3-15,0-4 0 16,-3-3-4-16,2 4 9 15,-1 0-5-15,1-1 0 0,-1 3 0 16,-1-2-1-16,4 2 1 16,-1-2 0-16,2 1-4 15,0 2 10-15,-1-2-6 16,1 1 0-16,2-2 1 16,-4 1-1-16,0-2 0 15,-3 1 0-15,-2-8-4 16,0 3 10-16,0-6-6 15,-2-2 0-15,2-2 5 16,-2-2-2-16,1 0-3 16,-2 0 0-16,1 0-4 0,1 5 10 15,2 1-6 1,-1 1 0-16,1 5 0 16,2 2-3-16,0 1 3 0,1 2 0 15,3 1-7-15,0 2 13 16,2 0-6-16,0 0 0 15,0 0 0-15,0 0-6 16,0 0 6-16,0 0 0 16,0 0-11-16,0 0 15 15,0 0-5-15,0 0 1 16,0 0 0-16,0 0-4 16,0 0 4-16,0 0 0 15,0 0-6-15,0 0 13 16,0 0-7-16,0 0 0 0,0 0 2 15,0 0-6 1,-4 0 4-16,-4 22 0 0,-3 14-14 16,1 8 16-16,2 9-2 15,4-2 0-15,-1-1 3 16,3-4-4-16,-2-9 1 16,0-9 0-16,2-12-6 15,2-7 11-15,0-6-5 16,0-3 0-16,-3 0 4 15,-2-15 20-15,1-24-24 16,-1-11 0-16,1-8-7 16,0 4 10-16,2 1-3 15,2 3 0-15,0 5 6 16,0 7-9-16,0 11 3 0,0 6 0 16,0 10-10-16,0 7-5 15,4 4 13-15,2 0-11 16,8 0 13-1,6 15 0-15,11 8 0 0,0 1 0 16,-2-2-3-16,0-2-18 16,-2-6-110-16,-9-14-164 15</inkml:trace>
  <inkml:trace contextRef="#ctx0" brushRef="#br0" timeOffset="2473.06">17730 8853 13 0,'0'0'37'0,"0"0"3"16,0 0 42-16,0 0-4 16,0 0-10-16,0 0 21 15,-56 2-22-15,45 3 12 16,3 0 6-16,-4 2 3 16,1-5 12-16,-1 7-39 15,2-3 9-15,-1-2-1 16,4 0-28-16,0-2 21 15,7 0-24-15,0-2-19 16,0 0 36-16,7 0-39 16,31-8-4-16,18-16 18 0,19-8-20 15,8 0-3 1,2-3-7-16,-5 4 5 16,-6 2-4-16,-12 4-1 15,-11 6 0-15,-13 5-2 0,-16 4-41 16,-8 4-9-16,-10 2-21 15,-4 3-13-15,0 1-13 16,-25 0-117-16,-10 0-73 16,-5 0 20-16</inkml:trace>
  <inkml:trace contextRef="#ctx0" brushRef="#br0" timeOffset="2719.92">17882 8707 76 0,'0'0'180'0,"0"0"-78"15,0 0 22 1,0 0-14-16,0 0-2 0,0 0-38 16,-83 42-47-16,79-10 30 15,-1 15 4-15,5 8-23 16,0 9 19-16,0 4-50 16,-2-1 13-16,-2-5-9 15,-3-8 2-15,2-10-6 16,5-10-3-16,0-10-24 15,0-14-59-15,20-10-157 16,10 0-58-16,-1-20-85 16</inkml:trace>
  <inkml:trace contextRef="#ctx0" brushRef="#br0" timeOffset="3085.64">18167 8921 217 0,'0'0'187'0,"0"0"-74"16,0 0-55-16,0 0-47 16,0 0 34-16,0 0-3 15,-78 86-11-15,62-43 22 16,3 1-22-16,5-2 6 16,8-2-6-16,0-8-20 15,0-5 7-15,10-8-5 0,9-9-11 16,2-6 18-16,0-4-11 15,3-14 12-15,3-20-10 16,-5-10-1-16,-6-6-9 16,-10-1-1-16,-6 1 0 15,0 4 4-15,-13 8 3 16,-9 8-2-16,1 10 18 16,2 12-21-16,-4 8 0 15,-1 3-2-15,-3 24 0 16,0 9-10-16,3 5 9 15,8 1-65-15,8-5-88 16,8-7-125-16,0-14-84 16</inkml:trace>
  <inkml:trace contextRef="#ctx0" brushRef="#br0" timeOffset="3416.45">18388 8710 453 0,'0'0'160'0,"0"0"-69"16,0 0-18-16,0 0 13 15,0 0-29-15,0 0-4 16,15-60-18-16,-13 60-32 16,3 0-6-16,-2 11 2 15,1 18 1-15,0 16 17 16,1 11-13-16,-3 6 2 0,0 12-3 15,-2 2 6 1,0 8-5-16,0 3-4 0,0 0 0 16,0 0 1-16,0-7 5 15,0-7-6-15,0-10 0 16,0-14-11-16,0-9-4 16,0-11-42-16,6-14-48 15,6-11-46-15,-1-4-182 16</inkml:trace>
  <inkml:trace contextRef="#ctx0" brushRef="#br0" timeOffset="3720.79">18397 8985 435 0,'0'0'146'0,"0"0"-49"16,0 0-15-16,0 0-43 15,0 0 31-15,0 0-47 16,45-111-16-16,-12 111-8 16,5 0 8-16,-1 3-7 15,-3 15 4-15,-10 2-3 16,-7 2 24-16,-13 0-21 16,-4 2-1-16,0-1 32 15,-10-2-31-15,-13 2 19 16,-4-8-13-16,0 0-3 15,9-8-5-15,5-4-2 0,3-3-71 16,10-5-42-16,0-20-165 16</inkml:trace>
  <inkml:trace contextRef="#ctx0" brushRef="#br0" timeOffset="3980.2">18885 8576 283 0,'0'0'197'16,"0"0"-74"-16,0 0-27 15,0 0-28-15,0 0 8 16,0 0-52-16,0-28-22 16,0 44-2-16,0 18 9 0,0 8 13 15,0 11-1-15,-2 3-17 16,-3 2 9-16,1 0-13 15,-2-2 0-15,0-6-6 16,4-10-47-16,2-5-73 16,0-17-120-16,0-14-131 15</inkml:trace>
  <inkml:trace contextRef="#ctx0" brushRef="#br0" timeOffset="4352.74">19117 8574 283 0,'0'0'188'0,"0"0"-83"16,0 0-4-16,0 0-3 15,0 0-66-15,0 0-22 16,-14-8 17-16,-3 50-25 16,-4 13 23-16,3 4-3 15,3 8-15-15,4-3 21 16,9-4-28-16,2-6 0 15,0-14 11-15,17-9-8 16,15-16-3-16,5-15 3 16,4 0 8-16,1-28 24 15,-7-16-33-15,-10-12-1 16,-7-6 7-16,-15-7-8 16,-3-1 0-16,-10 3 0 0,-16 4 4 15,-5 15-3-15,0 16-1 16,4 17-13-16,2 15 4 15,0 0-23-15,1 21-33 16,4 14-15-16,4 0-88 16,12-1-68-16,4-9-162 15</inkml:trace>
  <inkml:trace contextRef="#ctx0" brushRef="#br0" timeOffset="4678.56">19408 8456 124 0,'0'0'210'16,"0"0"-101"-16,0 0-81 15,0 0-11-15,0 0-14 16,0 0 20-16,-6 62-10 16,6-42-12-16,0-6 10 15,0-4-11-15,4-3 0 16,1-7 14-16,-5 0-8 15,3 0 59-15,-3-9-4 16,0-11-44-16,0 0-3 16,0-3-14-16,-12 2-9 15,1 3 0-15,-1 1-52 16,4 8 45-16,1 4-5 16,3 4-24-16,4 1 21 15,0 0-39-15,0 0 3 0,0 1-24 16,0 11-53-16</inkml:trace>
  <inkml:trace contextRef="#ctx0" brushRef="#br0" timeOffset="4985.47">19714 8208 206 0,'0'0'147'15,"0"0"-20"-15,0 0-18 0,0 0-29 16,0 0-35-16,0 0 10 16,29-63-8-16,-27 63-44 15,-2 11-3-15,0 24 8 16,0 19 9-16,-11 19 34 16,-11 13-34-16,-5 7-2 15,-1 8 5-15,-5 1-9 16,2 0-10-16,-2-1-1 15,4-9 0-15,3-9-2 16,8-16-21-16,7-14-67 16,9-16-75-16,2-23-53 15,4-14-115-15</inkml:trace>
  <inkml:trace contextRef="#ctx0" brushRef="#br0" timeOffset="5263.61">19832 8628 474 0,'0'0'139'0,"0"0"-59"15,0 0-70-15,0 0-10 16,0 0 30-16,0 0-20 16,-6 80-1-16,6-62 2 15,0-5-5-15,2-8-1 0,9-2 6 16,0-3 5-1,0 0 41-15,1-16-29 0,-1-12-9 16,-3-2-17-16,0-3 6 16,-4 6-16-16,-4 10 4 15,0 10-48-15,-10 7-17 16,-23 3-184-16,-13 25-79 16</inkml:trace>
  <inkml:trace contextRef="#ctx0" brushRef="#br0" timeOffset="7025.86">17719 10253 289 0,'0'0'186'0,"0"0"-44"15,0 0-16-15,0 0-8 0,0 0-20 16,0 0-36-16,-9-106 4 15,9 103-19-15,0 3-32 16,0 0-7-16,0 0-8 16,0 18 0-16,5 10-4 15,2 13 14-15,-1 3-9 16,-2 4-1-16,1 1 2 16,-1-6 4-16,1-3-4 15,2-10-2-15,-5-8 0 16,0-10 10-16,0-6-13 15,0-6 3-15,5 0 0 0,5-12 14 16,3-22-14-16,5-10-10 16,3-8 1-1,0-3-16-15,6 2 25 0,-2 2-3 16,0 8 3-16,-2 9-2 16,-5 11 7-16,-3 14-5 15,0 9 0-15,-5 0 2 16,2 9-8-16,-1 19 3 15,-2 6 3-15,1 6-1 16,-3 1 7-16,-3-3-6 16,-2-4 0-16,-2-4 7 15,-2-10-12-15,4-6 5 0,-4-6 0 16,0-6 1-16,2-2 9 16,4 0-10-16,9-14 0 15,6-13 0-15,6-12-7 16,4-5-22-16,2-6 4 15,-2 1 20-15,-2 1-5 16,-4 7 10-16,-10 9 0 16,-3 9 6-16,-3 11-8 15,-5 9 5-15,-2 3-3 16,-2 0 0-16,0 21 2 16,0 16-2-16,0 9 16 15,0 1-10-15,0 2 14 16,0-7-20-16,0-6 0 15,0-8 3-15,0-5 3 0,10-11-6 16,-2-5 0-16,1-7 1 16,-1 0 13-16,4-22-14 15,1-9 0-15,1-6-3 16,1 1-37-16,-1-2 18 16,-3 1 9-16,2 8 8 15,-1 4-2-15,-4 11 7 16,1 5 0-16,-2 9-8 15,2 0 2-15,-3 16 6 16,1 11-5-16,-3 7 10 16,6 3 10-16,-2-1-15 15,9-5 0-15,-2-2 2 16,3-7 7-16,-1-10-9 16,1-8 3-16,0-4 0 15,2-10 17-15,-2-18-20 0,-7-8 0 16,-4-4 2-16,-7-5-1 15,0-1-2-15,-20 3-9 16,-9 4 8-16,4 9-11 16,-4 9 12-16,5 14-14 15,-3 7 9-15,2 2-34 16,1 23-15-16,6 1-78 16,7 3-156-16,6-9-240 15</inkml:trace>
  <inkml:trace contextRef="#ctx0" brushRef="#br0" timeOffset="7398.65">19007 9784 599 0,'0'0'238'0,"0"0"-138"16,0 0-18-16,0 0-37 15,0 0-22-15,0 0-11 16,-75-28-1-16,44 59-10 15,6 5 4-15,0 5-1 16,3-1 10-16,11-5-14 16,5 2 0-16,6-5-7 15,0-4 13-15,13 2-6 16,16-4 0-16,6 2 3 16,4-4 3-16,1 0-6 0,-7-3 0 15,-8-3-6-15,-8-3 10 16,-13-2-4-16,-4-4 0 15,0 1 2-15,-13 1 22 16,-14-1-4-16,-4-4-17 16,-4-5 9-16,-1-1-8 15,3 0-8-15,10-9 1 16,13-10-64-16,6-4-39 16,4-8-145-16,16-5-198 15</inkml:trace>
  <inkml:trace contextRef="#ctx0" brushRef="#br0" timeOffset="7672.98">19228 9663 264 0,'0'0'274'0,"0"0"-113"16,0 0-37-16,0 0-54 16,0 0-6-16,0 0 8 15,0-62-60-15,0 62-1 16,0 0-11-16,0 12 1 15,0 18 17-15,0 12 1 16,0 11-4-16,0 9 11 16,0 3-20-16,0 2-5 0,0-5-1 15,7-10 4 1,2-9-11-16,-3-10 3 0,1-8-64 16,-2-12-22-1,-3-7-83-15,-2-6-101 0,0-2-134 16</inkml:trace>
  <inkml:trace contextRef="#ctx0" brushRef="#br0" timeOffset="7852.75">19088 9965 629 0,'0'0'312'0,"0"0"-168"16,0 0-23-16,0 0-85 15,0 0 2-15,0 0-8 16,160-119-25-16,-118 94 8 0,-3 4-13 15,-10 2-6-15,-8 5 5 16,-2 4-87-16,-9 2-147 16,-2 2-295-1</inkml:trace>
  <inkml:trace contextRef="#ctx0" brushRef="#br0" timeOffset="8726.89">17900 11105 487 0,'0'0'183'0,"0"0"-43"15,0 0-36-15,0 0-1 16,0 0-36-16,0 0-26 16,51-161 22-16,-44 161-48 15,-5 0-6-15,2 0-9 16,-1 14 12-16,-1 17-8 0,-2 9 18 16,0 7-17-1,0 8 17-15,0 3-19 0,0 2-2 16,0 2-1-1,6-4 7-15,6-4-7 0,3-6 0 16,3-13 3-16,2-11 1 16,2-11 0-16,1-10-4 15,2-3 1-15,-2-14 7 16,2-18-12-16,-5-4 4 16,-2-5-13-16,-2-3 4 15,-3 2-4-15,1 1 6 16,-4 5 5-16,-1 7-7 15,-2 7 9-15,-4 10 0 16,-1 6 2-16,-2 4-8 0,0 2 6 16,0 0-10-1,0 2 4-15,0 16-4 0,0 2 10 16,0 6 0-16,0 6 3 16,11 4 9-16,3 5-11 15,1 0 13-15,3 2-8 16,-1-9 3-16,4-8-9 15,-1-12 0-15,-3-14-6 16,1 0-1-16,-3-25-97 16,-1-21-107-16,-5-7-241 15</inkml:trace>
  <inkml:trace contextRef="#ctx0" brushRef="#br0" timeOffset="8864.81">18376 10868 494 0,'0'0'92'16,"0"0"-92"-16,0 0-4 16,0 0 3-16,0 0-128 15,0 0-145-15</inkml:trace>
  <inkml:trace contextRef="#ctx0" brushRef="#br0" timeOffset="9494.45">18376 10868 453 0,'161'24'198'0,"-161"-24"-87"16,0 0-14-16,0 0-51 16,0 0-14-16,0 0-28 15,30-14 7-15,-20 36 11 16,-1 8-6-16,1 2-5 15,-4 7 28-15,-4 3-32 16,0 0 9-16,-2 0 3 16,0-4-16-16,2 0 6 15,-2-3-9-15,0-6 1 16,0-3 2-16,0-4-3 16,0-5 0-16,0-7 0 15,0-6 8-15,3-4-8 0,1 0 12 16,2 0 33-16,6-16 11 15,1 0-56-15,3-1 18 16,-5 4 4-16,-2-2-17 16,5 6 7-16,-6-2-12 15,6 5 3-15,-3 1 5 16,-2-4-5-16,0 1-3 16,0-6 2-16,4-4 8 15,1-6-9-15,1-5-1 16,5-2 1-16,1 1-2 15,-4 4 3-15,-1 6-2 0,-8 6 0 16,-3 5 3-16,-3 7-9 16,-2 2 6-1,0 0-22-15,0 0 11 0,0 0-33 16,0 11 44-16,-9 6-8 16,-1 8 10-16,4 5-4 15,6 5 2-15,0 2 0 16,2-2-1-16,17-3 5 15,3-5-4-15,5-5 0 16,-3-4 6-16,-2-1-16 16,-3-12 9-16,-4-2-105 15,-1-3-38-15,-6-4-205 0</inkml:trace>
  <inkml:trace contextRef="#ctx0" brushRef="#br0" timeOffset="10557.91">19057 11107 602 0,'0'0'299'0,"0"0"-194"16,0 0-50-16,0 0 12 15,0 0-62-15,0 0 4 16,2-11 1-16,13 12-2 16,1-1 0-16,-3 0-8 15,3 0 0-15,-1 0 7 16,1-4-5-16,-1-8-4 15,2-5-1-15,-5 0-32 0,0-1 17 16,-5-3-11-16,-5 3-1 16,-2 0 28-16,0 4-20 15,0 2 22-15,-2 2-2 16,-14 4 1-16,-2 6-5 16,-2 0 7-16,-5 0-1 15,4 6 35-15,0 15-31 16,5 1 23-16,8 5 5 15,1 4-32-15,7 3 23 16,0-2-5-16,0-2-13 16,20 0 26-16,6-8-29 15,7-6 7-15,2-8-7 16,3-8 1-16,1 0 11 0,2-12-14 16,-3-17-21-1,-5-12-16-15,1-8-49 0,-10 0-7 16,-1-4-27-16,-8-2-20 15,-9-3-4-15,-1-3 49 16,-5-1 56-16,0 6 39 16,0 8 31-16,0 8 82 15,0 8 18-15,0 5-34 16,-9 9-25-16,3 6-53 16,-1 7-2-16,3 2 24 15,1 3-40-15,-2 0-2 16,-1 0 0-16,-1 6 1 0,-3 16-4 15,0 8 4 1,4 10 0-16,-1 8 34 16,5 7-21-16,2 5 24 0,0 4-13 15,0 4-21-15,6-3 15 16,10-7-18-16,0-9 0 16,2-12 6-16,-3-13-1 15,-4-14-10-15,-2-9-6 16,0-1-27-16,-3-11 33 15,4-21-52-15,-1-9-24 16,-5 0 29-16,2-2 4 16,-1 3 41-16,2 6 4 15,0 8 3-15,1 9 20 0,-3 10 16 16,-3 7 21-16,2 0-25 16,1 0-26-16,2 19-6 15,-1 3 25-15,1-1-16 16,-1-2 8-16,4-4-17 15,-4-5 0-15,3-3 11 16,3-7-3-16,-4 0-6 16,3 0 10-16,-1-7-10 15,-2-11 13-15,3-4-15 16,-1 0 0-16,1-3 0 16,-3-2 2-16,-3 3-2 15,0 2 0-15,-5 8 2 16,0 6 13-16,0 4 21 15,0 1 1-15,0 3-15 0,0 0-22 16,0 15 0-16,0 14 8 16,-8 10-6-16,2 11 30 15,2 9-22-15,-1 9-4 16,3 8 7-16,0 7-4 16,0 10-9-16,2 6 0 15,0-9-7-15,0-9-19 16,15-18-147-16,12-27-150 15</inkml:trace>
  <inkml:trace contextRef="#ctx0" brushRef="#br0" timeOffset="12444.53">17717 12446 12 0,'0'0'180'15,"0"0"-64"-15,0 0-3 16,0 0 10-16,0 0 29 16,0 0-40-16,13 11-11 15,-9-11-21-15,1 0-52 16,2 0 9-16,2 0-19 15,-3-2-16-15,1-9 23 16,-3-1-25-16,-1-4 6 16,-3-3 15-16,0-2-20 15,0 3 9-15,0 2 7 16,0 6-9-16,0 3 23 0,-5 4-31 16,1 3 8-1,-3 0-4-15,-4 0 2 0,-3 8-2 16,2 13 6-16,-5 13-5 15,4 5 32-15,2 5-28 16,6 4 4-16,5 0-4 16,0-2-1-16,8-2-8 15,13-13 0-15,8-4 7 16,5-13-17-16,4-11 10 16,7-3-47-16,2-15-47 15,1-26-72-15,2-10-12 16,-2 0-46-16,-5-2 52 0,-3 6 75 15,-9 5 97-15,-4 10 78 16,-5 6 44-16,-4 6-11 16,-2 9-16-16,-3 3-48 15,-2 6-14-15,-2 2 8 16,-2 0-34-16,-3 0-2 16,-2 0 8-16,-2 9-12 15,0-4 22-15,0-1-4 16,0-1-7-16,0-3 29 15,0 0-19-15,0 0 14 16,0 0 0-16,-6 0-34 16,-5-5 12-16,-1-2-12 15,1-4 1-15,0 3 3 0,2 2-5 16,-2 2-1 0,2 4 1-16,-2 0 4 0,0 0-5 15,0 4 0-15,-3 14 0 16,1 6 17-16,-3 5-16 15,3 4 13-15,1 4 4 16,4 0-15-16,6 0 12 16,2-4-15-16,0-4 3 15,0-10 5-15,16-7-6 16,1-7-2-16,3-5 0 16,1 0 2-16,0-18-11 15,4-12 3-15,-2-6-29 16,-1-4 14-16,-5-3-21 15,2-1 11-15,-6 2 23 0,-2 7-4 16,-4 8 12-16,-3 8 0 16,-4 12 1-16,2 5 29 15,0 2-26-15,1 2 0 16,-3 17 4-16,0 10 4 16,0 3 6-16,0 2-11 15,2-2-6-15,0-6 11 16,2-4-8-16,2-5-4 15,-2-8 3-15,0-2 4 16,3-5-5-16,3-2 4 16,4 0-2-16,1-16 17 15,4-11-21-15,-6-1-16 16,-2-4-16-16,-2 3-18 0,0-3 24 16,-4 3 13-1,1 7 13-15,-1 6-4 0,-1 8 11 16,0 5 0-16,-1 3 23 15,1 0-24-15,3 7-6 16,0 13 19-16,-3 0-8 16,-2 2 17-16,0 0-23 15,-2-1 5-15,5-6-10 16,-3-5 6-16,0-4-6 16,3-4 0-16,-3-2 1 15,3 0 18-15,3-12-19 16,3-14-11-16,3-3-1 0,-3-4-33 15,1 1 23-15,-2 4 17 16,3 5 5-16,1 10 7 16,-3 5-4-16,1 8 14 15,1 0-12-15,1 10 4 16,-1 16 1-16,2 4-1 16,1 2-6-16,-1-2-1 15,-1-4-2-15,-1-6-82 16,1-8-57-16,1-10-192 15,3-2-224-15</inkml:trace>
  <inkml:trace contextRef="#ctx0" brushRef="#br0" timeOffset="13616.9">19001 12092 98 0,'0'0'395'0,"0"0"-290"15,0 0-95-15,0 0 4 16,0 0 37-16,0 0-23 16,0 13-5-16,0-8-10 15,0-1-10-15,0-3 4 16,0-1 1-16,0 2 2 16,0-2 17-16,0 0-27 15,0 0 11-15,0 0-1 16,0 0-4-16,0-12-10 15,0-4 4-15,-2-2-26 0,-3-2 19 16,3 3 1-16,-5 2 6 16,5 7 12-16,-3 2 4 15,1 6 44-15,2 0-19 16,-5 0-37-16,-2 8 21 16,0 13-14-16,-2 4 27 15,0 8 6-15,0 3-11 16,2 2 11-16,3 2-29 15,6-2 16-15,0-3 8 16,0-9-29-16,6-3-2 16,11-9-7-16,4-8 12 15,-1-6-5-15,2 0-8 16,3 0 0-16,-1-14-2 0,3-8-12 16,2-8-12-16,2-5 8 15,-2-4-19-15,0-1 18 16,-4-2-16-16,-3 3-3 15,-6 6 35-15,-3 2-8 16,-4 9 11-16,-7 6 0 16,1 4 4-16,-3 6-8 15,0 1 4-15,0 2 0 16,-17 3-10-16,2 0 2 16,-3 0 8-16,1 8 0 15,1 6 3-15,3 4 10 16,1 5-4-16,3 3 8 0,5 9 15 15,4 1-27-15,0 0 4 16,0-2-7-16,11-7 4 16,7-5-5-1,7-8-1-15,1-10 0 0,1-4-7 16,0-2 3-16,-3-24-3 16,1-11-19-16,-3-8-12 15,-4-4 26-15,0-2-10 16,-5-2 0-16,-1 4 18 15,-4 2-13-15,-3 7 17 16,1 6 0-16,-6 4 1 16,0 8 12-16,0 7-1 15,0 7 7-15,0 8 5 0,-9 0-22 16,-1 0-3 0,-2 3 1-16,1 13 0 0,3 6 5 15,-4 3-3-15,3 7 2 16,3 5 23-16,0 1-27 15,6 3 23-15,0 0-6 16,0-5-14-16,6-2 14 16,11-7-17-16,3-5 0 15,5-11 3-15,-1-8-3 16,3-3-3-16,-3-7 2 16,1-25-39-16,-5-10-13 15,0-8 0-15,-4-5 18 16,-5-4 32-16,-5-1-21 15,-4 0 16-15,-2-3-8 0,0 7 14 16,0 12 1-16,0 14 2 16,0 14 19-16,3 14 39 15,-3 2-47-15,0 2-12 16,0 25 0-16,0 6 12 16,0 5 37-16,0 5-13 15,0 1 2-15,0 3 25 16,0 2-46-16,0-1 4 15,7 0-21-15,6-2 4 16,3-6-9-16,1-4-2 16,6-10-101-16,1-12-25 15,5-14-129-15,1 0-233 16</inkml:trace>
  <inkml:trace contextRef="#ctx0" brushRef="#br0" timeOffset="14012.68">19986 11807 42 0,'0'0'214'0,"0"0"-88"16,0 0-7-16,0 0-68 15,0 0-2-15,0 0-12 16,-36-53-13-16,23 53 24 16,-3 0-40-16,1 21-3 15,-1 2 24-15,1 8-29 16,1 3 19-16,5 0-5 0,1-1-14 15,3-8 15-15,2-4-15 16,3-12-3-16,0-9-1 16,0 0-25-1,0-12 26-15,12-17-21 0,-1-2 7 16,3 1 8-16,-6 4 9 16,5 6 0-16,-1 4 23 15,-1 6-1-15,3 4 21 16,-1 6 5-16,5 0-13 15,4 4-1-15,0 16-20 16,3 2-5-16,-5-1 0 16,-3-4-7-16,0-2-4 15,-7-8-41-15,-1-7-60 0,-3 0-63 16,-2-6-92 0,-2-20-81-16</inkml:trace>
  <inkml:trace contextRef="#ctx0" brushRef="#br0" timeOffset="14263.54">20149 11434 10 0,'0'0'305'0,"0"0"-128"0,0 0 0 15,0 0-43-15,0 0-10 16,0 0-67-16,7-99-47 16,-7 115 11-16,0 14 22 15,0 11 27-15,0 8-34 16,0 3-21-16,2 9 23 15,2 3-24-15,6-4-11 0,0-3 8 16,1-5-1-16,3-9-12 16,-3-8 2-16,-5-9-48 15,-1-8-38-15,-5-13-88 16,0-5-149-16,0-3-167 16</inkml:trace>
  <inkml:trace contextRef="#ctx0" brushRef="#br0" timeOffset="14546.02">20079 11729 374 0,'0'0'478'0,"0"0"-310"15,0 0-1-15,0 0-95 16,0 0-51-16,0 0 19 0,95-99-32 16,-66 79 9-1,-5 4-17-15,-6 4 5 0,-5 5-5 16,1 4 0-16,-4 3 0 15,2 0-5-15,3 22-7 16,-2 12 12-16,3 9 0 16,3 0 3-16,-2 1-1 15,3-1-2-15,-3-7 0 16,-3-8-3-16,-7-10-30 16,-3-6-7-16,-4-9-66 15,0-3-77-15,0-1-35 16,-15-29-330-16</inkml:trace>
  <inkml:trace contextRef="#ctx0" brushRef="#br0" timeOffset="14712.92">20322 11231 500 0,'0'0'343'0,"0"0"-143"16,0 0-72-16,0 0-72 15,0 0-23-15,0 0-33 16,-8-102-3-16,8 102-36 15,0 18-146-15,0 6-32 16,0-1-259-16</inkml:trace>
  <inkml:trace contextRef="#ctx0" brushRef="#br0" timeOffset="15432.85">20467 11458 400 0,'0'0'181'0,"0"0"-124"16,0 0-35-16,0 0 6 16,0 0-6-16,0 0 63 15,0 74-6-15,0-44-21 16,0 4 11-16,3 3-17 16,4 1-18-16,2-2 14 15,1-4-47-15,6-3 7 16,2-6-4-16,-4-7 2 15,1-6-6-15,-3-6 0 0,-4-4-17 16,-1 0 6-16,-5-7-27 16,-2-14-44-16,0-1 28 15,-9-2-16-15,-13-1 57 16,-3 1-5-16,5-1 18 16,4 4 7-16,10 4-6 15,4 4 27-15,0 6 21 16,2 6-2-16,0 0 4 15,0-2-16-15,2-3-29 16,9 0 5-16,0 0-8 16,0-2-3-16,0 0 0 15,3-6 5-15,-1-2-5 16,5 2 0-16,-5 2 2 16,3 3-6-16,-3 9 4 0,1 0 0 15,-1 11-2-15,-5 15-11 16,4 6 11-1,-1 2 2-15,-5 0 0 0,4 0 12 16,-6-8-11-16,1-4-1 16,-5-5 0-16,0-11 0 15,0-6 0-15,0 0 1 16,0 0 6-16,0-13 15 16,0-9-19-16,0-3-3 0,6-4 0 15,8 0-2 1,1 0 2-16,1 1 0 0,-3 2 0 15,3 8 43 1,-3 2-10-16,0 12 12 0,-1 4 2 16,-1 0-43-16,1 4 13 15,-2 18-17-15,-1 7 2 16,-3 3 3-16,2 0-5 16,-4-5-4-16,0-7-39 15,3-7-109-15,3-8-47 16,2-5-139-16,1-2-177 15</inkml:trace>
  <inkml:trace contextRef="#ctx0" brushRef="#br0" timeOffset="15743.69">21063 11307 334 0,'0'0'315'0,"0"0"-144"0,0 0-30 15,0 0-17-15,0 0-62 16,0 0-57-16,-29-81 17 15,6 102-20-15,1 5 6 16,0 2 1-16,4 4 2 16,9 0-9-16,9-1-2 15,0-5 3-15,7-2-3 16,20-10 10-16,4-2 0 16,-2-2 3-16,-2-2-13 15,-3 4 17-15,-6 8-17 16,-2 1 5-16,-10 0-4 15,-4 4-1-15,-2-6 0 0,0 1-1 16,-10-1-2-16,-13-7-2 16,1-4-67-16,-3-8-118 15,5-3-187-15</inkml:trace>
  <inkml:trace contextRef="#ctx0" brushRef="#br0" timeOffset="15876.64">21279 11314 1031 0,'0'0'215'16,"0"0"-185"-16,0 0-27 15,0 0-3-15,0 0-118 16,0 0-187-16</inkml:trace>
  <inkml:trace contextRef="#ctx0" brushRef="#br0" timeOffset="20007.62">26583 11718 29 0,'0'0'110'0,"0"0"-31"15,0-4-28-15,0 0-29 16,0 4 30-16,0-2-24 16,0 2 5-16,0 0-4 15,0 0-21-15,0 0 33 16,0 0-8-16,0-3 7 16,0-2 34-16,0-1-58 15,0 1 12-15,0 2 13 16,0 1-7-16,0 2 6 15,0 0-32-15,0 0 3 0,0 0 18 16,0-2-23-16,0 0 7 16,0-2-3-16,0-1-3 15,2-2 12-15,-2 3-12 16,2 0 3-16,0 2 33 16,-2 2-42-16,0-2 27 15,0 2-11-15,0 0-16 16,0-2 26-16,0 2-27 15,0 0 0-15,0 0 33 16,0 0-32-16,0 0 26 16,0 0 6-16,0 0-5 15,0 0 31-15,0 0-44 0,0 0-7 16,0 0 18-16,0 0-14 16,0 0-12-16,0 0 0 15,0 0 7-15,0 0 7 16,0 0-14-16,0 0 0 15,0 0 3-15,0 0 3 16,0 0-6-16,2 0 0 16,5 0 1-16,4 12-8 15,7 6 7-15,0 2 0 16,9 5-7-16,4 1 14 16,7 2-7-16,11 2 0 15,8 1 2-15,13 4 0 16,5-3-2-16,12 2 0 15,11-2-3-15,16-4 10 16,17-4-7-16,26-3 0 16,16-8 3-16,24-8-2 0,19-5-1 15,11 0 0-15,12-3-8 16,-5-11 17-16,-18 2-9 16,-20 4 0-16,-35 3 1 15,-32-2-2-15,-33 3 1 16,-30 1 0-16,-23-6-12 15,-16 1 20-15,-14 0-8 16,-9-2 0-16,-1 1 4 16,-3-4 2-16,0-1-6 15,0 4 0-15,0 1 8 16,0 2 3-16,0 5-11 0,0 0 0 16,0 2 2-16,0 0-7 15,0 0 5 1,0 0 0-16,0 0-9 0,0 0 10 15,0 0-1-15,0 0 0 16,0 0 4-16,0 0-2 16,0 0-2-16,0 0 0 15,0 0 0-15,0-3 4 16,-5-8-4-16,-8-1 0 16,-13-6 4-16,-10-5-18 15,-9-3 11-15,-6 1 3 16,-7 1-17-16,0 3 20 15,0 7-3-15,9 2 0 0,13 6 3 16,18 4-11 0,12 2 8-16,6 0 0 0,4 0-10 15,37 0 15-15,19 16-5 16,9 2 0-16,-3 1 4 16,-10 1-5-16,-12-2 1 15,-7 2 0-15,-16-2-10 16,-11 3 10-16,-10 6 0 15,0 7 0-15,-14 9 0 16,-13 1 0-16,-6 3 0 16,2 3 0-16,0 0-3 15,6 3 9-15,8 1-12 16,5 0-155-16,10-12-236 16</inkml:trace>
  <inkml:trace contextRef="#ctx0" brushRef="#br0" timeOffset="21598.1">30271 11006 339 0,'0'0'147'15,"0"0"1"-15,0 0-22 16,0 0-79-16,0 0 52 15,0 0-34-15,56-63-38 16,-47 63 25-16,-5 0-34 16,1 24 3-16,-5 12 5 15,0 13-25-15,0 14 29 16,-14 2-13-16,-1 8-10 16,-1 2 13-16,3-2-19 15,4 0-1-15,0-13 0 0,5-12-1 16,2-17-1-16,2-11-40 15,0-9-72-15,0-11-13 16,2 0-93-16,14-8-2 16,-3-24-94-16</inkml:trace>
  <inkml:trace contextRef="#ctx0" brushRef="#br0" timeOffset="22079.08">30374 11219 75 0,'0'0'160'0,"0"0"-8"16,0 0-30-16,0 0 2 16,0 0-3-16,0 0-30 15,-43-104-7-15,43 92-29 0,0-2-18 16,0-2 25-16,23-5-53 16,8 4-4-16,7-1-3 15,5 5 8-15,1 3-10 16,-4 9 0-16,-7 1 2 15,-6 0-9-15,-9 13 7 16,-9 8 0-16,-9 3-1 16,0 3-15-16,-7 5 16 15,-22 0 0-15,-6-1 6 16,-7 1-4-16,1-4-1 16,8-6-1-16,12-8 0 0,15-10 2 15,6-4-8 1,18 0 4-16,22 0 0 0,11-6-9 15,-2 0 13-15,-4 6-2 16,-7 0 0-16,-7 0-5 16,-11 11 3-16,-11 9 2 15,-9 2-13-15,-2 1 11 16,-25 5 4-16,-9-5 10 16,-3-1 3-16,0-2-7 15,3-4-8-15,7-2 0 16,10-3 1-16,7-6-9 15,10-5-95-15,2 0-92 0,14-5-74 16</inkml:trace>
  <inkml:trace contextRef="#ctx0" brushRef="#br0" timeOffset="22422.45">30759 11279 54 0,'0'0'178'16,"0"0"-96"-16,0 0 56 15,0 0-16-15,0 0-19 16,0 0 0-16,58-62-74 15,-58 62-27-15,-6 21 7 16,-10 8 14-16,-1 8 17 16,3 2-17-16,5 6-20 15,7-1 13-15,2-4-11 16,2-10-3-16,25-9 8 0,6-10-5 16,-2-11 10-1,1-2-10-15,-1-26-2 0,-2-14 5 16,-7-2-7-16,-9 2-1 15,-13-2 0-15,0 5 0 16,-10 3 0-16,-17 8 4 16,-2 8-1-16,2 12 34 15,-2 8-34-15,-2 0-2 16,4 0-1-16,5 16 2 16,6 2-7-16,12 4 1 15,4-2-92-15,0 0-100 16,24-7-212-16</inkml:trace>
  <inkml:trace contextRef="#ctx0" brushRef="#br0" timeOffset="22708.29">31199 11085 300 0,'0'0'241'15,"0"0"-61"-15,0 0-51 16,0 0-44-16,0 0-9 15,0 0-19-15,71-99 11 16,-71 99-65-16,0 0 10 16,0 27-21-16,0 12 16 15,-6 10-5-15,-5 3 5 16,-3-2 6-16,1-4-14 16,1-3 0-16,1-3 0 0,5-3 0 15,-2-2 0 1,4-9-8-16,2-10-60 0,2-11-70 15,0-5-41-15,18 0-74 16,7-29-36-16</inkml:trace>
  <inkml:trace contextRef="#ctx0" brushRef="#br0" timeOffset="22988.67">31399 11059 197 0,'0'0'191'15,"0"0"-51"-15,0 0-20 16,0 0-1-16,0 0-27 15,0 0 12-15,60-159-25 0,-60 159-28 16,0 0 9-16,0 0-58 16,0 18 0-1,0 21 12-15,0 12 13 0,0 14 11 16,0 4-23-16,0 3-11 16,0-1 15-1,0 2-10-15,0-5-9 0,0-9 0 16,-2-6 8-16,-2-15-14 15,2-13 6-15,-3-8-36 16,3-9 5-16,0-8-87 16,-8 0 9-16,2-4-10 15,-7-17-245-15</inkml:trace>
  <inkml:trace contextRef="#ctx0" brushRef="#br0" timeOffset="24012.27">31247 11379 331 0,'0'0'247'15,"0"0"-116"-15,0 0-35 16,0 0-75-16,0 0 21 16,0 0-21-16,148-58-15 15,-107 47 5-15,-2-3-11 16,-3-5 0-16,1-1 0 16,-5 2 6-16,-3 0-6 15,-5 2 10-15,-3 2-6 16,-4 3 22-16,-1 2-16 15,-3 6-10-15,-3 3 10 16,0 0-10-16,-3 0 0 16,2 14-4-16,-4 13 4 15,-5 4 0-15,0 8 3 0,0 3-2 16,0 5 23-16,0-3-20 16,0 0 11-16,0-6-1 15,0-6-11-15,0-3 11 16,8-16-14-16,3-5 0 15,3-8 25-15,3 0-24 16,4-16 19-16,-1-15-20 16,-3-10 8-16,-5-5-11 0,-5 0 3 15,-7 0-22 1,0 3 17-16,-2 11-12 16,-19 8 16-16,1 11 1 15,3 6 0-15,0 7 15 0,7 0-14 16,1 0 0-16,2 0 11 15,2 0-4-15,3 0-9 16,2 0 1-16,0 0 0 16,0 0 16-16,0 0-12 15,18 0 12-15,5-8-8 16,1 0-4-16,0 0-4 16,1 4 0-16,-5 2 0 15,0 2-3-15,0 0 3 16,-5 0 0-16,4 13-12 15,-9 11 5-15,0 7 4 16,-6 7 3-16,-4 1 0 16,0-2 2-16,0-2-2 0,0-5 0 15,0-7-3-15,-4-9 6 16,0-7-3-16,4-7 2 16,0 0 0-16,-6 0 28 15,6-21-22-15,0-8-5 16,0-3-6-16,16-5 0 15,5 1 2-15,3 4 1 16,-2 4 0-16,1 6-5 16,-3 10 5-16,-7 4 0 15,-7 8 3-15,1 0 1 16,0 0-8-16,-2 18 1 16,-1 8 3-16,-2 5 11 15,-2-4-11-15,0 0 0 0,0-8 1 16,0-2 5-16,0-7-6 15,0-6 0-15,0-4 3 16,0 0 9-16,2 0-8 16,7-13 4-16,5-10-8 15,5-9-29-15,4-3 20 16,2 1-9-16,1 4-2 16,-1 9 15-16,-5 2 5 15,-2 9 0-15,-5 4 25 16,1 6-22-16,-4 0 11 0,2 20-14 15,-1 20 0 1,-7 9 19-16,-4 6-19 16,0 4 3-16,0-5-7 15,0-5 3-15,0-11-52 0,0-11-103 16,2-17-170-16,5-10-201 16</inkml:trace>
  <inkml:trace contextRef="#ctx0" brushRef="#br0" timeOffset="24271.12">32614 11113 406 0,'0'0'231'16,"0"0"-65"-16,0 0 3 0,0 0-70 16,0 0-4-16,0 0-15 15,0 0-70-15,5-52 6 16,-5 58-16-16,0 17 0 15,0 12-8-15,0 8 8 16,0 3 0-16,0 1-1 16,-3 2 3-16,-1-4-4 15,4 0-49-15,0-8-73 16,0-6-18-16,0-14-123 16,16-17-127-16</inkml:trace>
  <inkml:trace contextRef="#ctx0" brushRef="#br0" timeOffset="24598.93">32875 11177 143 0,'0'0'439'15,"0"0"-242"-15,0 0-67 16,0 0-67-16,0 0-32 16,0 0-31-16,-4 12 11 15,-12 22-11-15,1 4 3 16,1 2 5-16,7-4 6 15,3 0-14-15,4-8 0 16,0-3 0-16,4-12 15 16,21-10-15-16,4-3 14 15,6-3-11-15,-1-26 18 16,-3-5-21-16,-6-9-15 16,-9 2 9-16,-8-2-31 15,-8 3 29-15,0 2-3 0,-2 3 10 16,-20 12-10-16,-10 13 11 15,-1 10-45-15,0 0-2 16,-3 26-46-16,9 4-120 16,9-2-120-16</inkml:trace>
  <inkml:trace contextRef="#ctx0" brushRef="#br0" timeOffset="24957.02">33336 11069 356 0,'0'0'239'16,"0"0"-140"-1,0 0-40-15,0 0-59 0,0 0-8 16,0 0 0-16,-8 24 8 16,3-7 0-16,3 0 0 15,2-9 6-15,0-4-2 16,0-1-4-16,0-3 0 15,0 0 32-15,9-6 47 16,11-15-37-16,7-7-42 16,-5-2 5-16,-4 3 6 0,-7 5-7 15,-7 3 33 1,-4 5 38-16,0 1-28 16,0 8 4-16,-4 1-51 0,-16 4 4 15,-4 0-13-15,-1 14-1 16,0 12-44-1,8 2-30-15,9 0-141 0,8-6-137 16</inkml:trace>
  <inkml:trace contextRef="#ctx0" brushRef="#br0" timeOffset="25212.53">33588 11044 9 0,'0'0'526'16,"0"0"-327"-16,0 0-47 15,0 0-64-15,0 0-61 0,0 0-27 16,12 25 0-16,-55 31 24 16,-1 10 1-16,-12 15-10 15,-2 7 30-15,-5 10-24 16,-3 4 24-16,1-8-24 16,9-8-20-16,9-17 14 15,19-18-15-15,12-13 0 16,16-11-1-16,0-13-74 15,31-14-50-15,18 0-27 16,6-21-184-16,1-18-120 16</inkml:trace>
  <inkml:trace contextRef="#ctx0" brushRef="#br0" timeOffset="25429.92">33471 11621 66 0,'0'0'229'15,"0"0"-70"-15,0 0-45 0,0 0-97 16,0 0-6-16,0 0-11 15,4-6 13-15,-4 12-1 16,11-6 85-16,5 0-2 16,-1 0-20-16,-1-17-23 15,-1-1-46-15,-5-2 24 16,-3 4 5-16,-2 4-28 16,-3 3-7-16,-5 6-7 15,-27 3-77-15,-10 0-81 16,-16 24-188-16</inkml:trace>
  <inkml:trace contextRef="#ctx0" brushRef="#br0" timeOffset="26500.39">29106 12675 0 0,'0'0'67'0,"0"0"10"15,0 0 30-15,0 0-28 0,0 0-7 16,0 0 40-16,-16-79-19 15,18 56-2-15,3-5-10 16,-1-1-13-16,1 2 7 16,1-2-18-16,1 8-17 15,-1 4 29-15,-3 5-23 16,2 6 10-16,-5 4-14 16,0 2-40-16,0 0-4 15,0 2 1-15,0 23 1 16,0 10-7-16,-10 12 9 15,-1 4-2-15,0 8 0 16,4 0 2-16,1 4-2 16,6-5 0-16,0-5 2 15,0-3-1-15,0-8 0 0,13-8-1 16,7-8 0-16,7-15-7 16,0-11-3-16,-1 0 9 15,1-8-2-15,0-17-4 16,0-8-30-16,-1-2 5 15,1-3 17-15,-2-1-12 16,-3 4 27-16,-5 4 0 16,-3 7 1-16,-3 8-1 15,-7 9 5-15,0 2-5 16,-2 5 1-16,-2 0-1 0,0 0-2 16,0 2-7-16,0 16 9 15,0 4 6-15,0 4-1 16,2 3-3-16,6-1 12 15,9 4-8 1,0-5 1-16,-1 0-7 0,1-5 0 16,-5-10-1-16,-3-7 1 15,-1-5-82-15,-1-7-92 16,0-25-289-16</inkml:trace>
  <inkml:trace contextRef="#ctx0" brushRef="#br0" timeOffset="26647.84">29520 12409 329 0,'0'0'113'0,"0"0"-113"16,0 0-2-16,0 0-55 16,0 0-189-16</inkml:trace>
  <inkml:trace contextRef="#ctx0" brushRef="#br0" timeOffset="27207.36">29683 12535 560 0,'0'0'204'0,"0"0"-143"15,0 0-4-15,0 0-27 16,0 0-28-16,0 0 8 15,44 13-10-15,-36 18 2 16,-8 0 21-16,0 1-19 16,0 1 4-16,0-1 10 15,0 0-18-15,0-1 13 16,-3-4-13-16,-2-5 6 16,5-6-3-16,-2-4 0 15,0-8-3-15,2-1 4 16,-2-3 4-16,2 0 35 15,0 0 40-15,0-7-23 16,0-12-13-16,11-8-43 16,11 1 15-16,3-6-9 0,6 1-3 15,2-6-2-15,3 3-5 16,-3 3 1-16,-2 8-2 16,-8 7 2-16,-11 9-1 15,-6 4 0-15,-6 3-11 16,0 0 7-16,0 10-29 15,-18 12 26-15,-7 2-4 16,-4 0 6-16,-2 6 5 16,4-1 0-16,3 2 2 15,10-1-5-15,8-2 3 16,6-3 0-16,0-6-7 0,13-1 15 16,14-2-8-16,4-4 0 15,5-5 8-15,-2-3-21 16,-1-3 5-16,-6-1-91 15,-5 0-18-15,-4-1-141 16,-5-20-364-16</inkml:trace>
  <inkml:trace contextRef="#ctx0" brushRef="#br0" timeOffset="28205.88">30122 12758 72 0,'0'0'535'15,"0"0"-434"-15,0 0-93 0,0 0-6 16,0 0 50-16,0 0-10 16,22 33-15-16,-6-31-18 15,2-2-2-15,2 0 20 16,-1 0-23-16,0 0 0 16,-3-9-4-16,-3-3 3 15,-2-5-8-15,-4 0-4 16,-1-2-25-16,-3 0 24 15,-1 4-17-15,-2 1 27 16,0 6-4-16,0 2 1 16,-2 4 2-16,-14 2 1 15,-6 0 0-15,-3 8 13 16,5 9-2-16,-1 8 19 0,4-1 6 16,3 2-9-16,6-2 3 15,6 1-25-15,2-4-2 16,0 0 5-16,0-5 1 15,20-6-9-15,5-3 10 16,0-7-4-16,10 0 7 16,-2 0-13-16,0-21-20 15,3-5 8-15,-3-9-39 16,1-3 5-16,-3-6 27 16,-2 0-16-16,-4-2 29 15,-3 0-2-15,-7 0 8 16,-1 0 15-16,-7 0-7 0,-3 7 26 15,-2 9 4 1,-2 9 1-16,2 12 26 0,-2 6-21 16,0 3-17-1,0 0-27-15,0 1 0 0,-4 22 0 16,-9 11 8-16,-1 5-6 16,1 8 24-16,1 5-10 15,6-3-11-15,4 4 22 16,2-3-24-16,0-4 10 15,0-6-13-15,6-8 9 16,4-5-6-16,-2-12-3 16,1-7 0-16,-5-8-5 15,8 0-31-15,-1-1 34 16,4-18-30-16,3-2-26 0,-2 0 56 16,-3 3-21-16,3 1-15 15,-1 0 32-15,2 2-6 16,-2 6 12-1,-1 6 0-15,-4 3-2 0,1 0-1 16,-1 0 3-16,1 5 0 16,1 9 11-16,0-1-5 15,1-4-5-15,3-5-1 16,2-2 5-16,-2-2 13 16,-1 0-18-16,-1-6 0 15,-4-11 8-15,4-4-1 16,-3 1-7-16,2 0 0 15,-3 0 0-15,-2 5 9 0,-6 6-9 16,-2 3 15 0,0 6 39-16,0 0-50 0,0 2-4 15,-8 26 0-15,-10 15 4 16,-5 8 47-16,4 12-34 16,-2 6-6-16,4 7 9 15,1 3-11-15,3-4-9 16,6-14 0-16,4-10-55 15,3-15-66-15,0-14-134 16,0-10-271-16</inkml:trace>
  <inkml:trace contextRef="#ctx0" brushRef="#br0" timeOffset="29462.82">31270 12625 357 0,'0'0'256'0,"0"0"-152"16,0 0-92-16,0 0-8 15,0 0 18-15,0 0 28 16,0 29-31-16,0-18 20 16,0 1 19-16,0-2-47 15,0-4 19-15,0-2-24 16,0-1-1-16,0-3 3 0,0 3-8 15,0-3 0 1,0 0 4-16,0 0 2 16,0 0-9-16,0-14 3 0,2-7-36 15,5 0 34-15,0 1-3 16,0 2 5-16,-3 5 15 16,-4 6-13-16,0 5 44 15,0 2 6-15,0 0-51 16,0 2-1-16,-11 19 4 15,-7 8 2-15,3 7 29 16,1 4-35-16,5 4 25 16,3-4-22-16,6-4 3 0,0-7 8 15,6-5-14 1,19-11 0-16,6-5 8 0,5-8-8 16,3 0-30-16,1-8-29 15,3-15-32-15,-3-4 12 16,-2 1-49-16,-2-3 30 15,-3-2 42-15,-4 4 56 16,-5-2 12-16,-6 5 48 16,-5 7 4-16,-3 0 2 15,-6 8-7-15,-4 1-27 16,0 3 9-16,0-2-41 16,-11 4 0-16,-9 3-5 15,-5 0 10-15,1 0-12 16,-1 0 7-16,1 18 0 15,0 6 35-15,-1 4-32 16,2 6 24-16,8 1-14 0,1-2-12 16,8-1 19-16,4-4-20 15,2-3 1-15,0-5 3 16,0-8 3-16,0-2-7 16,0-8 0-16,6-2 2 15,10 0 11-15,-1-7-13 16,10-15-30-16,-5-2 5 15,0-1-22-15,2-1 24 16,-3-1 9-16,-2 3 14 16,-3 6-3-16,-1 6 9 15,-7 6-5-15,-3 3 50 16,-1 3-35-16,1 0-9 16,-3 9-7-16,0 15 0 0,0 4 23 15,0 4-19-15,0 0 4 16,0-2 12-16,0-2-13 15,2-7-5-15,2-10-2 16,3-2 4-16,-3-5 14 16,5-4-12-16,0 0-2 15,4 0 11-15,3-13-15 16,-1-3 0-16,3-5-31 16,3-2-11-16,-2 0 25 15,6-2 3-15,-5 6 14 16,0-2-4-16,-4 9 8 0,-3 4-4 15,-4 7 25 1,-2 1-13-16,-3 0 6 16,-2 12-12-16,1 8-5 15,-3 1 21-15,2 1-16 0,-2-2-3 16,2-4-3-16,2-3 3 16,-4-8 3-16,2-2-6 15,-2-3 0-15,3 0 23 16,4 0-18-16,2-18 11 15,3-9-16-15,7-4-18 16,-1-6 16-16,1 7-25 16,4 2 23-16,-3 9-10 15,-2 5 21-15,-2 5-7 16,-6 7 25-16,0 2-8 0,-1 4-4 16,-3 22-13-16,1 10 0 15,-3 2 12 1,-2-1-3-16,-2-8-9 0,3-5 0 15,-1-7-37-15,3-8-46 16,1-6-95-16,5-3-201 16</inkml:trace>
  <inkml:trace contextRef="#ctx0" brushRef="#br0" timeOffset="30586.75">32389 12613 594 0,'0'0'171'0,"0"0"-157"16,0 0-14-16,0 0-4 0,0 0 4 15,0 0-3-15,2 14 8 16,-2-12 1-16,0-2-6 16,-2 0 0-16,2 0 19 15,-2 0 4-15,-2 0 12 16,2 0-13-16,-3 0-18 15,2 0 20-15,1 0-12 16,-2 0 4-16,-3 0-14 16,1 4 4-16,-1 8-6 15,0 6 5-15,0 4 5 16,1 5 26-16,-1 4-22 16,3 1-1-16,4-2 9 0,0 0-9 15,0-3 16-15,9-10-11 16,4 0-16-16,3-8 16 15,1-5-16-15,3-4 2 16,5 0 22-16,4-9-26 16,0-13-1-16,-2-2-7 15,0 0-17-15,-1-2 19 16,-2-3-39-16,-1 1 2 16,-3 0 32-16,-5 2-22 15,-1 6 33-15,-7 4 0 16,-3 1 3-16,-2 4 8 15,-2 2-8-15,0 4 0 16,0 1 7-16,-4 4-10 0,-10 0-1 16,-1 0-2-16,-3 0 3 15,-2 12-5-15,0 4 6 16,0 4-1-16,4 8 8 16,5 4-4-16,4 2 6 15,7 0 4-15,0-2-13 16,0-3 18-16,7-7-19 15,4-4 0-15,5-11 0 16,2-3-4-16,4-4 4 16,2 0-3-16,3-22-2 0,4-3 3 15,0-8-31 1,0-1 20-16,1-4 11 0,-3-2-33 16,-7-1 19-16,-1 0 13 15,-11 1 3-15,-1 1 14 16,-6 7-10-16,-3 6 16 15,2 11 2-15,0 7-2 16,1 5 12-16,-3 3-26 16,0 0-6-16,0 0 0 15,0 11-28-15,-12 8 28 16,1 9 0-16,0 5 2 16,2 3-2-16,0 6 2 15,7 0 1-15,2 0 21 16,0-1-23-16,0-8 1 15,0-6 0-15,0-12 6 0,0-5-7 16,2-7-1-16,7-3-20 16,5 0 9-16,5-14 9 15,8-13-23-15,0-5 23 16,0-3-5-16,-1-6 5 16,1 1-15-16,2-4 14 15,-2-3-7-15,-2 2 16 16,-8 4-6-16,-3 14 13 15,-7 8 17-15,-3 15 51 16,-4 4-20-16,0 0-55 16,0 6-6-16,-18 20 0 15,-6 15 1-15,4 6 6 16,-3 8 2-16,3 3-8 16,7-4-1-16,-2-6 8 0,1-6-18 15,7-7-1-15,3-12-77 16,4-5-9-16,0-8-67 15,6-10-102-15,19 0 34 16,2-2-107-16</inkml:trace>
  <inkml:trace contextRef="#ctx0" brushRef="#br0" timeOffset="30893.67">33114 12816 5 0,'0'0'188'16,"0"0"-13"-16,0 0-24 16,0 0-65-16,0 0 30 15,0 0-24-15,131-139-15 16,-131 137-8-16,0 2-47 15,-9 0-19-15,-11 8-6 16,-5 14 10-16,4 2 9 0,-2 2-16 16,7 0 3-1,5-6 3-15,7-3 1 0,4-7-7 16,0-8 0-16,0-2-11 16,0 0 11-16,0 0 0 15,11 0-4-15,5-9 4 16,-5 4-11-16,-5 3 8 15,6 2-14-15,-1 0 8 16,9 0 1-16,-1 9 8 16,0 1-1-16,-3-1-19 0,-3-5-98 15,-7-3-7 1,-2-1-20-16,2 0 26 0,2-17-169 16</inkml:trace>
  <inkml:trace contextRef="#ctx0" brushRef="#br0" timeOffset="31340">33350 12647 59 0,'0'0'230'0,"0"0"-28"16,0 0-91-16,0 0 16 16,0 0-47-16,0 0-12 15,36-136 1-15,-36 136-39 16,0 0-27-16,0 5-6 16,0 20 7-16,0 7 22 15,-2 5 25-15,-3 7-34 16,3-1 13-16,2-1-9 15,-3 0-19-15,3-5 11 0,-2-8-9 16,0 0-4-16,-7-9 0 16,3-8-12-16,-1-4-4 15,2-6-21-15,-2-2-3 16,-1 0 35-16,-1 0 4 16,-3-6 1-16,6-9 10 15,4-1-9-15,2-3 55 16,0 0-4-16,4-1-20 15,16 1 10-15,0-1-38 16,7-1-1-16,-3 4-2 16,5-3 10-16,-2 9-6 15,-2 1-5-15,-10 5-3 16,-5 5-6-16,-6 0-9 16,-2 0-7-16,0 3-23 0,3 13 2 15,-5 4 16-15,2 4-14 16,0 0-2-16,0 0 16 15,2-3-59-15,4-3-28 16,-2-6-57-16,3-9-142 16</inkml:trace>
  <inkml:trace contextRef="#ctx0" brushRef="#br0" timeOffset="31543.89">33588 12395 671 0,'0'0'264'0,"0"0"-178"15,0 0-10-15,0 0-76 16,0 0 0-16,0 0-63 16,25-21-197-16,-25 44 27 15,-13 1-107-15</inkml:trace>
  <inkml:trace contextRef="#ctx0" brushRef="#br0" timeOffset="32202.05">33591 12749 198 0,'0'0'189'0,"0"0"-116"0,0 0 16 16,0 0-28-16,0 0 2 15,0 0-18-15,9 2-26 16,-9 5 1-16,0 2-17 16,0 5-1-16,0 6 45 15,0 4-46-15,0 2 6 16,0 2-1-16,0-3 1 16,0-2-2-16,0-4-5 15,0-7 1-15,0-6 5 16,0-6-1-16,2 0 4 15,4 0 11-15,6-16-20 0,-3-5-34 16,-5-1 4 0,-4 3 19-16,0-2 9 0,0 3 2 15,0 3 21-15,0 1 9 16,0 3-6-16,0 1 36 16,13-3-12-16,7 2-33 15,5-4 11-15,4-2-24 16,-2 2 3-16,-2 4-5 15,-15 5 6-15,-7 4-13 16,-3 2 7-16,0 0-28 16,0 16 18-16,-5 12 5 15,-9 5 5-15,1 1 0 16,7 2 6-16,2-7-9 16,-2-4 3-16,4-8 0 0,0-6 0 15,2-8 6-15,0-3-6 16,0 0 16-16,0 0-11 15,0-9 20-15,0-9-25 16,0-4 0-16,14-1-5 16,5 2 5-16,0-2-2 15,1 5 2-15,-3 4 0 16,-3 4 35-16,-7 8-5 16,-1 2-8-16,-2 0-19 15,1 22-3-15,-3 7-4 16,-2 5 1-16,0-1-5 15,0 2-2-15,0-3-108 16,0-11-181-16</inkml:trace>
  <inkml:trace contextRef="#ctx0" brushRef="#br0" timeOffset="33041.83">29576 13305 266 0,'0'0'110'16,"0"0"-52"-16,0 0-39 15,0 0 137-15,0 0-12 16,0 0-96-16,410 24-23 16,-260-24-13-16,16 0-8 15,17-3 4-15,6-14-8 16,6-9 0-16,-6-4 9 15,-19-1-1-15,-32 3 28 16,-35 5 43-16,-36-1-21 16,-28 3 39-16,-14 9-37 15,-14 2-16-15,-7 7 5 0,-4 3-48 16,0 0-2 0,0 0-6-16,-19 0-35 0,-15 0-77 15,-6 0-151-15,-9 0-153 16</inkml:trace>
  <inkml:trace contextRef="#ctx0" brushRef="#br0" timeOffset="35809.24">17425 8777 138 0,'0'0'154'16,"0"0"-48"-16,0 0-11 16,0 0-28-16,0 0-4 15,0 0 8-15,25-79-3 16,-25 77-19-16,0 2 10 15,0 0-47-15,0 0-2 16,0 7-9-16,-19 14 5 16,-12 11 21-16,-4 3 5 15,-3 2-14-15,2 2 27 16,5 0-30-16,4-4-1 0,7-5-5 16,9-8-1-1,7-5-8-15,4-5 0 0,2-2 5 16,24-4 11-16,8 2-12 15,6-1 0-15,-4 4-4 16,-1 3 1-16,-8 0-5 16,-5 0 4-16,-11 2-15 15,-6-2 8-15,-5 0 4 16,0 2 3-16,0 0-3 16,-20 2 7-16,0 0-4 15,-5 2 0-15,-4 3 3 16,2-2-1-16,3-3 2 15,4-6-4-15,7-5 0 0,6-2 3 16,7-5-3-16,0 0 0 16,0 0 1-16,7 0 10 15,17-5-9-15,5-9-2 16,0 2 0-16,-2 9 4 16,0 1-8-16,-1 2 4 15,-3 0 0-15,-6 12-11 16,-1 12 11-16,-5 6 0 15,-7 10-4-15,-4 10 12 16,0 7 8-16,-4 3 7 16,-11 1 0-16,-1-1 28 15,5-7-34-15,4-9 7 0,2-9-14 16,5-14 1 0,0-9-10-16,0-5-1 0,8-7-15 15,9 0-11-15,4 0-101 16,-4-5-156-16,-3-11-338 15</inkml:trace>
  <inkml:trace contextRef="#ctx0" brushRef="#br0" timeOffset="111068.94">20328 1402 588 0,'0'-13'120'0,"0"9"34"15,0 2-87-15,0 2-8 16,0 0 6-16,0 0-52 15,0 0 13-15,0 0-26 16,0 2-2-16,0 25 2 16,0 10 6-16,0 13 12 15,0 8 17-15,0 5-33 0,0 2 13 16,-6 1-15-16,0-7 6 16,6-6 1-1,0-9-7-15,0-10-29 0,0-10-58 16,4-10-116-16,12-14-57 15,1 0-28-15</inkml:trace>
  <inkml:trace contextRef="#ctx0" brushRef="#br0" timeOffset="111816.79">20664 1542 151 0,'0'0'340'0,"0"0"-166"0,0 0-55 15,0 0-20-15,0 0-11 16,0 0-22-16,11-61-22 16,-9 60 2-16,0 1-38 15,-2 0 20-15,0 0-5 16,0 0-13-16,0 0 22 16,0 0-23-16,0 0-9 15,0 0 4-15,0 0-4 16,0 0 0-16,0 1-5 15,0 17 5-15,-6 3 11 16,1 7-11-16,5 4 0 0,0 4 7 16,0 2 2-1,0-2-9-15,0-6 6 0,9-4-3 16,5-8 9-16,1-7-12 16,3-6 0-16,2-5 9 15,2 0-3-15,1-7 16 16,-6-15-14-16,1-5-4 15,-7-1-8-15,-6 0-5 16,-5 4-12-16,0-2 12 16,0 4-5-16,-5 4 14 15,-8 0 0-15,-3 4 0 16,5 2-2-16,3-1 2 16,3 3 0-16,5-2 0 15,0-2 0-15,0-6-9 16,18 1 2-16,6-1-17 15,3 3 19-15,0 6-22 0,-2 2 9 16,-4 8 16-16,-2 1-27 16,-9 0 27-16,0 12-11 15,-6 18-24-15,-4 5 36 16,0 8 2-16,0 4 9 16,-2 2 18-16,-5-1-23 15,4-4 0-15,3-6-4 16,0-8 2-16,8-12 4 15,18-11 1-15,8-7-2 16,4-14 31-16,-1-23-36 16,-3-3 13-16,-12-4-14 0,-13 3 6 15,-5 9 4 1,-4 6 7-16,0 9-14 0,-8 5 8 16,-13 7-11-16,-8 5-6 15,-11 0-26-15,-9 29-41 16,-2 11-39-16,2 9-94 15,3 4-179-15</inkml:trace>
  <inkml:trace contextRef="#ctx0" brushRef="#br0" timeOffset="112105.62">20390 2226 391 0,'0'0'485'0,"0"0"-352"15,0 0-61-15,0 0-37 16,0 0 28-16,0 0 13 16,4 31-16-16,96-31-18 15,23 0-41-15,2-5 0 16,-12-9-2-16,-15 0 6 16,-21 0-8-16,-19 2 3 15,-19 2-5-15,-12 2-5 16,-14 1-5-16,-8 3-1 15,-5 2-3-15,0 2-61 16,-9 0-41-16,-20 0 1 16,-9 0-132-16,-7 10-234 15</inkml:trace>
  <inkml:trace contextRef="#ctx0" brushRef="#br0" timeOffset="112316.57">20448 2418 224 0,'0'0'278'0,"0"0"-120"15,0 0-100-15,0 0-5 16,0 0 50-16,0 0 96 16,64 46-91-16,26-55-80 15,-6-6-20-15,-8-1-8 16,-12-2-3-16,-10 1-20 0,-10 2-4 16,-10 1-8-1,-10 0 10-15,-8 4-37 0,-7 2-17 16,-5 2-92-16,1 1-129 15</inkml:trace>
  <inkml:trace contextRef="#ctx0" brushRef="#br0" timeOffset="113022.6">25773 1201 551 0,'0'0'212'0,"0"0"-124"0,0 0 11 16,0 0 4-16,0 0-48 16,0 0-13-16,-4-33-21 15,4 33-21-15,0 5 0 16,-5 19-17-16,-6 8 17 15,-5 12 0-15,-6 2 6 16,-1 8-6-16,2 0 0 16,-4 3 4-16,5-3-11 15,7-4-4-15,8-6-61 16,5-5-31-16,0-12-91 16,18-11-88-16,13-16-38 15</inkml:trace>
  <inkml:trace contextRef="#ctx0" brushRef="#br0" timeOffset="113397.86">26078 1393 29 0,'0'0'498'0,"0"0"-338"16,0 0-80-16,0 0 39 16,0 0-38-16,0 0-74 15,2-37-7-15,-2 37-22 16,0 15 20-16,-4 9 1 15,-7 8 2-15,-3 3 15 16,4-1 12-16,-2 2-19 16,5-2 36-16,7-4-14 0,0-6-23 15,5-6 29-15,17-6-22 16,5-8 7-16,6-4 48 16,3 0-46-16,3-22 3 15,-4-12-20-15,-4-7-1 16,-9 2-7-16,-13 1 1 15,-9-1 0-15,0 5 33 16,-11 4-22-16,-23 7 6 16,-12 2-17-16,-10 11-2 15,-8 8-12-15,1 2 13 16,12 9-79-16,20 17-84 16,28-1-147-16,16-6-343 0</inkml:trace>
  <inkml:trace contextRef="#ctx0" brushRef="#br0" timeOffset="114236.86">27561 1167 594 0,'0'0'227'16,"0"0"-130"-16,0 0 25 16,0 0-15-16,0 0-11 0,0 0-33 15,-23 0-51-15,52 0 20 16,14 0-32-16,14 0 0 16,9-8 11-16,-6 2-11 15,-9 1-14-15,-8 2 3 16,-12 3-26-16,-12-2-5 15,-7 2-33-15,-8 0-17 16,-4 0 36-16,0 0-73 16,0 0-32-16,-18 0 83 15,-1 0 28-15,0 0 17 16,6 0 11-16,4 0 20 16,0 0-1-16,1 2 6 0,-4 10 32 15,1 4 17-15,-2 8 0 16,-3 10 2-16,3 8-15 15,-5 8-21-15,2 7 7 16,3-2-23-16,0-2-4 16,8-7-32-16,5-6-110 15,0-10-149-15</inkml:trace>
  <inkml:trace contextRef="#ctx0" brushRef="#br0" timeOffset="114867.94">28089 1395 50 0,'0'0'630'0,"0"0"-561"0,0 0-62 16,0 0-7-16,0 0 7 16,0 0 16-16,-36 82 11 15,36-53-27-15,0-7-6 16,0 0 38-16,7-6-26 15,7-4 39-15,1-4 5 16,-1-6-20-16,-4-2-15 16,-1 0-15-16,3-7 21 15,-1-17-28-15,-5-3-10 16,-4-4 4-16,-2-1-3 0,0 0 9 16,-2 4 28-1,-13 9-21-15,-3 4 22 0,-2 10-14 16,0 5-12-16,2 0-6 15,3 0 0-15,6 3 3 16,4 6-5-16,5-4-11 16,0 1 15-16,0 1-3 15,22-2 2-15,9-1-6 16,5-4 8-16,7 0-4 16,-1-4-9-16,-2-11-34 15,-2-5 33-15,-6-1 12 16,-6 4 4-16,-4-3 6 15,-2 8-5-15,-4-1 20 16,-5 5 22-16,-4 2-5 16,-3 6-11-16,0 0-23 0,-2 0-6 15,4 2 0-15,-4 23-29 16,0 16 9-16,-2 13 20 16,0 11 11-16,0 9 14 15,-12 2-22-15,-1 1 1 16,-3 6 2-16,1-4-1 15,4-8-5-15,2-4 1 16,4-15-1-16,3-9-38 16,2-16-31-16,0-8-63 15,0-18-64-15,0-1-241 16</inkml:trace>
  <inkml:trace contextRef="#ctx0" brushRef="#br0" timeOffset="115141.79">28456 1403 714 0,'0'0'138'0,"0"0"-56"16,0 0-19-16,0 0-10 16,0 0-26-16,0 0-27 15,128-52 1-15,-119 64-7 16,-3 14-21-16,-6 4 27 15,0 4 9-15,-6 1 18 16,-17-3 9-16,-6-4-19 0,3-7-14 16,-4 0 18-1,7-10-21-15,0-8-14 0,7-3-70 16,10-6-71-16,6-23-224 16</inkml:trace>
  <inkml:trace contextRef="#ctx0" brushRef="#br0" timeOffset="115381.65">28967 1235 55 0,'0'0'911'0,"0"0"-785"16,0 0-94-16,0 0 4 15,0 0 6-15,0 0-42 16,18 14-5-16,-18 16-4 15,0 6 14-15,0 7-6 0,-4-1 1 16,-12 2-8-16,-3-3-4 16,2-3-72-16,1-4-31 15,6-7-80-15,3-10-104 16,7-14-107-16</inkml:trace>
  <inkml:trace contextRef="#ctx0" brushRef="#br0" timeOffset="115668.66">29220 1233 486 0,'0'0'259'15,"0"0"-168"-15,0 0-91 0,0 0-19 16,0 0 19-16,0 0 45 16,2 92-15-16,2-68-26 15,5-4-1-15,5-6 16 16,-3-8 39-16,4-2-11 15,-1-4 29-15,1 0-38 16,-1-4 22-16,-1-16-30 16,-4-5-25-16,-7-4 1 15,-2-2-6-15,0-1-21 16,-14 9-19-16,-15 7-26 16,-8 12-7-16,-11 4-86 0,-2 2-50 15,-8 25-165-15</inkml:trace>
  <inkml:trace contextRef="#ctx0" brushRef="#br0" timeOffset="115938.86">28098 1949 43 0,'0'0'877'0,"0"0"-763"16,0 0-27-16,0 0-12 15,0 0-68-15,0 0 5 16,366-39-6-16,-235 20-6 16,8-5 0-16,-6-3 8 15,-15-3-5-15,-26 4-3 0,-30 0 0 16,-18 6 6 0,-17 4-1-16,-9 6-10 0,-11 8 5 15,-7 0-62-15,0 2-40 16,-11 0-172-16,-22 14-77 15,-6 7-98-15</inkml:trace>
  <inkml:trace contextRef="#ctx0" brushRef="#br0" timeOffset="116182.8">28065 2060 703 0,'0'0'255'0,"0"0"-186"16,0 0 39-16,0 0 53 15,0 0-160-15,0 0 3 16,432-55-4-16,-261 38 4 16,6-4 8-16,-22 3-12 15,-32 1 0-15,-42 8 18 16,-39-1-15-16,-22 2 15 16,-14 4-18-16,-6-1-1 15,0 5-25-15,-4 0-122 16,-18 0-213-16,-6 5-342 15</inkml:trace>
  <inkml:trace contextRef="#ctx0" brushRef="#br0" timeOffset="117306.14">26018 2285 610 0,'0'0'136'0,"0"0"-35"15,0 0 32-15,0 0-62 16,0 0 12-16,0 0-1 16,2-63-70-16,0 63-12 15,-2 0-1-15,3 0-11 16,1 12 7-16,1 15-10 16,-3 17 4-16,1 9 6 15,-3 10 10-15,0 10-4 16,0 2-1-16,0-1 3 15,0-2 1-15,0-8-4 16,0-10 0-16,0-12 2 16,-5-10 1-16,0-12-4 15,1-8 1-15,-1-7-16 0,-1-5 16 16,-5 0-16-16,-9 0 16 16,-5-13 20-1,-4-6-13-15,2-4-7 0,2 2 0 16,6-5 3-16,5 5 8 15,7-4-10-15,7 4 12 16,0 5 38-16,0 4-39 16,0 3 19-16,0 6-10 15,3 1-17-15,-1 2 12 16,-2 0-16-16,0 0 0 16,2 0-12-16,3 0 6 0,2 0 4 15,4 10 0-15,-1 2 2 16,2 2-1-16,1 1 1 15,1-3 0-15,-1-3-1 16,7-4 1-16,3-5 0 16,8 0 5-16,5-1-4 15,8-19 23-15,1-5-24 16,-5-1 0-16,-1-6-6 16,-5 1-6-16,-3-1-11 15,-4-1-44-15,-11 1-47 16,-8 5-13-16,-8-4-197 15</inkml:trace>
  <inkml:trace contextRef="#ctx0" brushRef="#br0" timeOffset="118047.86">25914 979 459 0,'0'0'95'15,"0"0"-39"1,0 0-16-16,0 0 12 0,0 0-2 16,0 0-37-16,-284-55 25 15,228 61-21-15,-3 20-4 16,-13 14 31-16,-1 15-23 15,-6 15 27-15,6 20-11 16,1 22-19-16,12 14 22 16,18 5-33-16,24-5-7 15,18-11 9-15,38-18-9 16,40-13 0-16,29-23 37 16,27-18-6-16,19-19-6 0,13-19-25 15,-4-5-47-15,-8-40 2 16,-11-28-10-16,-16-29-8 15,-23-20 23-15,-23-4 40 16,-27 5 58-16,-28 12 11 16,-21 8 2-16,-5 7 7 15,-18 15-51-15,-16 16 13 16,-3 13 0-16,-9 16-38 16,-6 12-2-16,-8 16-11 15,-7 1-68-15,-5 24-98 16,5 13-145-16</inkml:trace>
  <inkml:trace contextRef="#ctx0" brushRef="#br0" timeOffset="118962.97">26134 3479 666 0,'0'0'129'15,"0"0"-101"-15,0 0 2 16,0 0 0-16,0 0-30 16,0 0-27-16,-54 16 18 15,21 16 9-15,-11 4 8 16,-12-2-5-16,-6-6-3 16,-6-3 34-16,4-8-16 0,9-7 8 15,10-6 7-15,11-4-5 16,14 0 20-16,7-22-5 15,13-12-12-15,0-10-7 16,2-3-24-16,23 4-3 16,2 7 2-16,6 11-13 15,5 5 11-15,1 13-10 16,4 7 13-16,-3 0-7 16,0 32-1-16,-5 14-3 15,-2 10 10-15,-16 6-9 16,-13 2 5-16,-4 0 3 15,-8-2 2-15,-24 0-7 16,-10-4 19-16,-7-9-12 16,-3-11 10-16,6-9-7 15,1-9 22-15,10-13 0 0,6-2 4 16,8-5 24-16,8 0-15 16,7 0 8-16,4-7-19 15,-1 3-21-15,3 0 5 16,0 4-11-16,0 0-17 15,0 0-29-15,0 0-108 16,5 3-101-16,8 2-352 16</inkml:trace>
  <inkml:trace contextRef="#ctx0" brushRef="#br0" timeOffset="119685.5">26502 3820 674 0,'0'0'109'16,"0"0"-101"-16,0 0 63 15,0 0 38-15,0 0-55 16,0 0 2-16,-21-20-31 16,71 20-12-16,19 0 7 0,16 0-17 15,6 0-3 1,7 0 0-16,-2-11-7 0,-5 0-9 15,-8-8 9-15,-21 2 7 16,-15-1-8-16,-18 2 8 16,-16-1 0-16,-11 6 9 15,-2-2-8-15,0 5 64 16,-6-1-33-16,-14 2-30 16,-6 5 6-16,-1 2-8 15,-2 0 0-15,6 0-3 16,7 0-5-16,8 9 7 15,8 0 0-15,0 3-22 16,6 2 7-16,21 2-20 16,2 0 36-16,0 1 2 15,-2 1-1-15,-11 0-1 0,-5 1 0 16,-7 6-6-16,-4-1 0 16,0 1-2-16,0 1 8 15,0-1-3-15,-2-5-62 16,2-4-77-16,0-10-162 15</inkml:trace>
  <inkml:trace contextRef="#ctx0" brushRef="#br0" timeOffset="120164.23">28029 3242 756 0,'0'0'134'16,"0"0"-128"-16,0 0 14 15,0 0-18-15,0 0 75 16,0 0-32-16,0 0-20 15,209 40-4-15,-155-40-21 16,-10 0-6-16,-7-2 3 16,-14-8-19-16,-4 3 0 0,-13-6 2 15,-6 1-33-15,0-2-12 16,-6 4-52-16,-19 2-10 16,-4 2 42-16,-5 6 34 15,5 0 14-15,3 0 30 16,6 0 7-16,4 0 36 15,3 0 37-15,1 10-13 16,4 6-9-16,-3 6-31 16,-1 10 0-16,1 12-12 15,1 13-2-15,2 7 4 16,4 4-9-16,0-4-1 16,4-3-1-16,0-11-87 0,0-11-87 15,0-12-85-15</inkml:trace>
  <inkml:trace contextRef="#ctx0" brushRef="#br0" timeOffset="120796.82">28448 3500 460 0,'0'0'212'0,"0"0"-210"16,0 0-2-16,0 0 0 15,0 0 6-15,0 0 9 16,0 121-12-16,0-89-2 16,0-4 7-16,12-6 13 15,3-4 19-15,5-8 1 0,2-3 6 16,0-7-6-16,1 0-24 16,-1-8 11-16,-2-19-19 15,-4-5-9-15,-10-6 0 16,-6-3 0-16,0-2 2 15,-6 5 63-15,-19 8-36 16,0 8 10-16,-1 12-11 16,6 10-20-16,2 0 4 15,5 0-12-15,5 10-8 16,4 4 7-16,4 1-5 16,0-1 6-16,0-2 0 0,18-1 1 15,3-5-8-15,0-6 7 16,2 0-3-16,0 0-2 15,-2-11-15-15,-1-12 10 16,3-9 7-16,2-3 3 16,-6-3 0-16,2 5 5 15,-6 2 14-15,-1 5 12 16,-4 11-1-16,0 3 12 16,-8 7-10-16,0 5-14 15,0 0-18-15,1 0-8 16,1 14-13-16,2 21 14 15,-1 17-10-15,0 7 7 16,-5 13 7-16,0 6 6 16,0 1 14-16,-14 9-15 0,-1 7 1 15,-1 4-3-15,3-3-28 16,8-11-7-16,5-12-41 16,0-18-43-16,0-18-36 15,3-21-89-15,3-16-163 16</inkml:trace>
  <inkml:trace contextRef="#ctx0" brushRef="#br0" timeOffset="121071.66">28722 3509 704 0,'0'0'185'0,"0"0"-113"0,0 0 33 15,0 0-32-15,0 0-65 16,0 0-8-16,160-82-1 16,-125 108 1-16,-10 9-3 15,-8 2-15-15,-11 5-12 16,-6 0 30-16,0-1 2 16,-6-7 26-16,-17-6-18 15,-4-6 2-15,6-10-12 16,-2-11-5-16,5-1-42 15,7-12-44-15,11-22-211 16</inkml:trace>
  <inkml:trace contextRef="#ctx0" brushRef="#br0" timeOffset="121296.53">29373 3242 734 0,'0'0'302'15,"0"0"-251"-15,0 0-43 16,0 0-8-16,0 0-22 16,0 0 22-16,0 100-8 15,0-44 8-15,-2 5 0 16,-12 0 5-16,-1-6 4 16,-3-3-9-16,5-3-64 15,-1-12-109-15,8-11-71 0,6-16-261 16</inkml:trace>
  <inkml:trace contextRef="#ctx0" brushRef="#br0" timeOffset="121596.36">29614 3364 684 0,'0'0'139'0,"0"0"-139"16,0 0-31-16,0 0 31 15,0 0 79-15,0 0-40 16,5 189-22-16,-5-153-5 16,0-10-3-16,0-6 5 0,0-12 0 15,15-8-5-15,3 0 77 16,-1-5-36-16,1-21-29 16,-5-6-21-16,-5-11-2 15,-8-6-8-15,0 3-28 16,-12 4-13-16,-19 13 16 15,-11 13-2-15,-10 13-46 16,-10 3-18-16,-11 19-41 16,-10 15-183-16</inkml:trace>
  <inkml:trace contextRef="#ctx0" brushRef="#br0" timeOffset="121873.2">28248 4034 657 0,'0'0'193'16,"0"0"-154"-16,0 0 118 16,0 0-85-16,0 0-66 15,0 0 9-15,505-62-10 16,-355 32-5-16,-5 0 1 16,-16 2 5-16,-26 2-6 15,-28 5 0-15,-19 6 1 16,-25 5 4-16,-18 5-4 15,-11 5-2-15,-2 0 0 16,-2 0-54-16,-27 0-3 16,-13 18 22-16,-16 8-91 15,-11 1-51-15,-7 4-130 0,-8 2 21 16</inkml:trace>
  <inkml:trace contextRef="#ctx0" brushRef="#br0" timeOffset="122093.19">28622 4127 137 0,'0'0'214'0,"0"0"-21"15,0 0-70-15,0 0 106 16,0 0-79-16,0 0-108 16,205 14-32-16,-109-28 14 15,4-3-22-15,-9 3 3 16,-10 1-4-16,-16 3 6 16,-19 1-7-16,-15 5 0 15,-13 1 0-15,-11 1 3 0,-5 2-3 16,-2 0 0-16,2 0-1 15,3 0-65-15,0 0-26 16,3 0-87-16,-3-5-233 16</inkml:trace>
  <inkml:trace contextRef="#ctx0" brushRef="#br0" timeOffset="126099.73">22572 1963 105 0,'0'-2'131'0,"0"-10"-66"16,0 0-26-16,0 2 57 16,0 0 51-16,0 0-30 15,0 1-9-15,0 4 5 16,0 3-33-16,0 2-38 15,0 0 9-15,0 0-28 16,0 0-2-16,0 0 5 16,0 0-26-16,0 0-1 15,0 0-7-15,-3 16-10 16,-5 19 13-16,-5 25 3 16,-3 21 2-16,5 21-3 15,9 15 9-15,2 9-6 0,10 5 1 16,33-1 0-16,18-4 38 15,16-7-28-15,19-14-9 16,13-12 8-16,7-15-3 16,5-13-7-16,-3-7 22 15,-11-14-17-15,-12-8 13 16,-12-10-18-16,-18-12-16 16,-12-11 12-16,-15-3-11 15,-11 0 15-15,-11 0 0 16,-7-9 1-16,-7-1 19 15,-2 3 4-15,0-6-6 16,0 1 24-16,0 2-34 16,0-1 2-16,0 8-10 15,0-1 6-15,0 1-6 0,-2 1 0 16,-5-1 0-16,-3-2-9 16,2 4 8-16,3-2 1 15,1 3 0-15,4 0 0 16,0 0 1-16,0 0-1 15,0 0 0-15,0 0 3 16,0 0 2-16,0 0-5 16,0 0 0-16,0 0 1 15,0 0-1-15,0 0 0 16,0 0 0-16,0 0-6 16,0 0 8-16,0 0-4 15,-4-1 2-15,-4-3 0 0,-5-2-1 16,-3-2 1-16,-3-2 0 15,-1 0-7-15,-1-1 13 16,4-3-6-16,3 2 0 16,3-4 0-16,3 2 3 15,0-2-3-15,4 7 0 16,4 0-4-16,0 6 1 16,0 3 3-16,0-3 0 15,0 3-12-15,0 0 12 16,0 0-25-16,12 16-12 15,14 18 25-15,8 11 19 16,1 2-7-16,1 2 0 16,-5-12 2-16,-2-4 3 0,-6-9-5 15,-11-12 0 1,-5-3-3-16,-7-8 12 0,0-1-11 16,0 0 2-16,0 0 0 15,0 2 38-15,-24 9-33 16,-17 12-1-16,-14 17-5 15,-12 13 6-15,-2 3-10 16,9-3-19-16,22-23-219 16,34-30-630-16</inkml:trace>
  <inkml:trace contextRef="#ctx0" brushRef="#br0" timeOffset="127634.97">25111 1944 337 0,'0'0'105'16,"0"0"-25"-16,0 0-64 16,0 0 61-16,0 0-3 15,0 0-40-15,0-73-19 0,0 73-15 16,0 18-16-16,0 25 11 16,0 27 10-16,0 25 10 15,4 25 19-15,8 21-2 16,-1 14 28-16,-3 0-26 15,2-2 3-15,-4-15 9 16,-4-16-26-16,1-12 4 16,-1-21-6-16,-2-13-9 15,0-19 17-15,0-17-22 16,0-17 0-16,0-14 8 16,0-3-7-16,0-6 2 15,0 0 23-15,-7 0 0 0,-1-23 15 16,-4-3-42-1,5-6-2-15,-1-1 6 0,1-2 0 16,2-1-5-16,-1 3-2 16,1 0 5-16,-3 1-5 15,-2 8 0-15,-3-1 0 16,0 10-4-16,-1 1-2 16,-1 4 2-16,1 3-2 15,-1 0 6-15,5 1-8 16,4 4 8-16,2 0 0 15,4 2-3-15,0 0 7 16,0 0-8-16,0 0-11 16,0 0-16-16,0 28 17 0,6 16 6 15,12 10 8-15,2 2 18 16,2-3-16-16,1-12-4 16,-1-8 4-16,0-13 13 15,-4-8 27-15,-3-8-23 16,-1-4 1-16,1 0 18 15,6-20-31-15,4-17 13 16,4-5-20-16,-3-6-6 16,-1 0-9-16,-3 4-41 15,-6 13-34-15,-8 12-35 16,-5 17-109-16,-3 2-129 16</inkml:trace>
  <inkml:trace contextRef="#ctx0" brushRef="#br0" timeOffset="150421.44">30566 2424 587 0,'0'-20'214'0,"0"4"-139"16,0 4 34-16,0-1-33 15,0 6-13-15,0-1 16 16,0 4-39-16,0-2-6 16,0 2 15-16,0 1-33 15,0 0 24-15,0 1-4 16,0 0-21-16,0 0 20 15,0 2-27-15,0 0 2 16,0 0 8-16,0 0-14 16,0 0-6-16,0 0 2 15,0 0-17-15,0 24 13 16,11 16-4-16,2 20 8 0,0 14-3 16,-1 12 8-16,-1 2-6 15,-5-1 1-15,-3-5 0 16,-1-10 5-16,-2-10-5 15,0-11 0-15,0-12 0 16,0-13 4-16,0-14-4 16,0-5 0-16,0-7 3 15,0 0 12-15,0 0-14 16,0 0 0-16,0-19-1 16,0-18-57-16,2-14-26 15,8-4-38-15,-2-8-147 0,1-5-277 16</inkml:trace>
  <inkml:trace contextRef="#ctx0" brushRef="#br0" timeOffset="150907.04">30829 2252 370 0,'0'0'286'16,"0"0"-196"-16,0 0-1 15,0 0 24-15,0 0-48 16,0 0 10-16,0-22-8 0,0 22-27 16,0 0 9-1,0 0-26-15,0 0 0 0,0 0 19 16,0 0-32-16,0 0 15 16,0 0-21-16,0 0 4 15,0 0-11-15,0 24 3 16,4 18 0-16,7 16 4 15,3 9 0-15,-3 5-4 16,2 1 0-16,-1 6 4 16,-2 1 6-16,-5 0-10 15,-3-2 0-15,-2-2 8 16,0-7-1-16,0-13-7 16,0-15 0-16,0-12 8 15,0-12-4-15,0-10-4 0,0-3 0 16,2-4 12-16,-2 0-8 15,0 0 8-15,5 0 3 16,2 0-12-16,-1 0 18 16,5-11-21-16,-1-1 0 15,-2-5-6-15,-1-1-33 16,-1-6-4-16,0-2-15 16,-4-2-68-16,-2-6-136 15,0-3-254-15</inkml:trace>
  <inkml:trace contextRef="#ctx0" brushRef="#br0" timeOffset="151437.81">31087 2213 207 0,'0'0'405'16,"0"0"-309"-16,0 0 0 15,0 0 2-15,0 0-12 16,0 0-31-16,0-33-32 16,0 30 17-16,0 3-18 0,0 0 16 15,0-1 22 1,0-2-28-16,0 3 10 0,0 0-9 15,0-2-19-15,0 2 21 16,0-2-27-16,0 2 0 16,0 0 14-16,0-2-18 15,0 2 3-15,0 0-5 16,0 0 3-16,0 0-5 16,0 0 0-16,0 6-10 15,5 29 10-15,4 21-16 16,6 26 16-16,-2 16 0 15,3 2 2-15,0-1-1 16,-3-13-1-16,0-14 0 16,-3-11-1-16,-4-18 6 0,-4-10-5 15,-2-13 0-15,0-8 3 16,0-8-8 0,0-4 5-16,0 0-24 0,0-2 4 15,-8-22-31-15,-17-8-125 16,-2-11-165-16,0-5-305 15</inkml:trace>
  <inkml:trace contextRef="#ctx0" brushRef="#br0" timeOffset="152219.32">30946 1872 370 0,'0'0'114'0,"0"0"-56"16,0 0 64-16,0 0-2 15,0 0-35-15,0 0-26 16,-33-106-59-16,18 106-12 16,-10 18 12-16,-12 19 5 15,-15 11 36-15,-8 10-8 16,-7 3 10-16,0 4 23 15,1-3-33-15,2-1 7 16,7-3-6-16,4-4-19 16,3-2 6-16,8-6-5 0,7-8-13 15,10-6 28 1,5-7-27-16,7-10 1 0,5-5 9 16,6-6-12-16,2-1 15 15,0-3-3-15,0 0-13 16,16 1 19-16,22-1-12 15,22 0 27-15,23 0 1 16,15-1-34-16,16-16 7 16,8-7-9-16,9-6 0 15,6-6-3-15,-10 0-2 16,-13 2-10-16,-23 8 14 16,-22 5-18-16,-20 8 15 0,-15 3-7 15,-11 3 11-15,-9 4 1 16,-9 1-1-1,-3 0 0-15,-2 2-1 0,0 0-4 16,0 0 5-16,0 0 0 16,0 0 0-16,0 0-8 15,0 0 8-15,0 0 0 16,0 0 9-16,0 0-8 16,0-5 18-16,-9-3 0 15,-16-7-18-15,-4-10 20 16,-10-8-17-16,-4-7-4 15,-6-5 0-15,0-5 11 16,-1-2-10-16,13 0-1 16,3 2 3-16,8 4-2 15,6 6 2-15,2 4-3 0,7 7 1 16,1 3 7-16,4 8-8 16,2 2 0-16,2 6 1 15,-1 4-6-15,1 2 5 16,2 4 0-16,0 0-3 15,0 0-62-15,-6 0-6 16,-4 30-119-16,-1 8-107 16,5 0-138-16</inkml:trace>
  <inkml:trace contextRef="#ctx0" brushRef="#br0" timeOffset="153023.59">31830 2470 332 0,'0'0'439'0,"0"0"-350"15,0 0-52-15,0 0 87 16,0 0-17-16,0 0-46 16,-16-12-5-16,16 0-48 0,0-6 17 15,4-1 5 1,12-2-30-16,-1 3 9 0,4 4-9 15,-2 4 0-15,-3 6-13 16,-1 4 12-16,-1 0 1 16,-4 0 0-16,1 14-8 15,-7 7 0-15,-2 11 7 16,0-3-3-16,-11 7-8 16,-18 0 14-16,-6 2-2 15,-6-3 0-15,5-9-4 16,7-6-2-16,10-8 3 15,9-8 3-15,8-3 3 16,2-1 5-16,0 0 5 16,25-10-12-16,6-5 2 15,5 0-6-15,0 8-2 0,-3 3 0 16,-4 4-4-16,-5 0 1 16,-3 0 6-16,-5 7-3 15,-12 10-6-15,-2 0 8 16,-2 4-14-16,0 2 17 15,-27 3-1-15,-4 1 7 16,-7-1 9-16,-5-6-5 16,4-6-6-16,3-6 5 15,5-6-9-15,6-2-8 16,11 0 7-16,10-16-59 16,4-16-37-16,16-10-258 15</inkml:trace>
  <inkml:trace contextRef="#ctx0" brushRef="#br0" timeOffset="153439.37">32198 2305 906 0,'0'0'108'15,"0"0"-84"-15,0 0 18 16,0 0 64-16,0 0-31 15,0 0-67-15,50-9 12 16,-25-2-7-16,2 4-10 16,-7-3 19-16,-2 3-8 15,-2 2-2-15,-8 1 15 16,-1 1-25-16,0 3 4 0,-2 0-6 16,-1 0 5-16,2 0-17 15,3 17 5-15,1 10 4 16,-4 11-7-16,-2 11 13 15,-4 6-3-15,0-2 0 16,0 1 1-16,0-8 10 16,0-7-11-16,0-9 0 15,0-7 2-15,0-6 1 16,0-8-6-16,0-2-14 16,0-5-27-16,0-2 7 0,0 0-44 15,0 0-2-15,0-10-33 16,0-10-258-16,0-2-142 15</inkml:trace>
  <inkml:trace contextRef="#ctx0" brushRef="#br0" timeOffset="153859.1">32327 2542 315 0,'0'0'304'0,"0"0"-106"16,0 0-26-16,0 0-55 16,0 0-3-16,0 0-47 15,-16-52-32-15,34 38 5 16,7-2-36-16,6-2 0 15,4-3-2-15,7-2 1 16,-1 1 5-16,-5 2-8 0,-5 4 0 16,-11 4 1-1,-7 3 3-15,-6 7-4 0,-5 2 0 16,-2 0 0-16,2 0-12 16,3 0 2-16,2 14 4 15,-1 9-7-15,1-3 18 16,1-2-5-16,2-4 0 15,1-6 2-15,0-4-3 16,4-4 3-16,2 0-2 16,0 0 8-16,1-4 2 15,-7-12-10-15,0 2 0 16,-8-2 1-16,-3-1-9 0,0 2 8 16,-6-2 0-1,-13 3 0-15,-8 7-10 0,-4 5 10 16,-2 2 0-16,-1 0-2 15,3 0-10-15,6 9 1 16,7 2-55-16,12 1-63 16,6-4-101-16,0-6-218 15</inkml:trace>
  <inkml:trace contextRef="#ctx0" brushRef="#br0" timeOffset="154177.57">33058 2131 883 0,'0'0'151'0,"0"0"-51"15,0 0 17-15,0 0-57 16,0 0 1-16,0 0-57 0,27-36-2 16,-27 36-4-16,0 0-13 15,0 6 7-15,-9 19-5 16,-16 16 13-16,-10 16-5 15,-6 11 8-15,-1 12-3 16,-7 8 3-16,2 8 3 16,0 5-6-16,1 1 0 15,5-4 2-15,6-4-11 16,8-11 9-16,7-17-38 16,11-12-13-16,7-17-91 0,2-18 5 15,2-17-82-15,29-2-28 16,12-20-140-16</inkml:trace>
  <inkml:trace contextRef="#ctx0" brushRef="#br0" timeOffset="154443.43">33254 2711 306 0,'0'0'272'0,"0"0"-242"16,0 0 2-16,0 0 7 15,0 0 5-15,0 0 2 16,-7 6 5-16,7-6 17 16,0 0 7-16,4 0 14 15,6 0 14-15,-1-8-65 0,-3-7-15 16,-4 1-9 0,-2-3-12-16,0 0-2 0,-2 3-49 15,-17 4-30-15,-16 5-32 16,-7 5-80-16,-9 0-66 15,-7 4-164-15</inkml:trace>
  <inkml:trace contextRef="#ctx0" brushRef="#br0" timeOffset="154713.28">31970 3200 738 0,'0'0'183'0,"0"0"-87"16,0 0-12-16,0 0 80 16,0 0-73-16,0 0-74 15,239-20-2-15,-128-6-9 16,0-3 2-16,-6 5-8 16,-15 4 0-16,-26 5 2 15,-10 4-10-15,-21 2-16 16,-10 2-9-16,-15 6-3 15,-8 1-97-15,0 0-70 16,-11 10-239-16,-23 9 17 16</inkml:trace>
  <inkml:trace contextRef="#ctx0" brushRef="#br0" timeOffset="154979.12">32092 3427 286 0,'0'0'432'0,"0"0"-259"15,0 0 3-15,0 0 33 16,0 0-170-16,0 0-25 16,221-78-9-16,-132 55-5 15,2 2 0-15,-8 0 6 16,-14 3-1-16,-20 6-4 16,-17 2 4-16,-14 4 18 0,-12 5-6 15,-6-2 2-15,0 1-10 16,0 2 2-16,0 0-22 15,0 0 11-15,0 0-34 16,0 0-11-16,0-2-139 16,0-4-172-16</inkml:trace>
  <inkml:trace contextRef="#ctx0" brushRef="#br0" timeOffset="170878.55">791 12791 85 0,'0'-4'144'16,"0"1"-62"-16,0 3-53 15,0-3 48-15,0 1 33 16,0 0-34-16,0 2-28 16,0-2-11-16,-2 2-19 15,2 0 22-15,0 0 0 16,0 0-5-16,0 0 29 15,0-2-34-15,-3 2 1 16,1-1 0-16,0-1-25 16,0-3 25-16,0 3-8 15,0-2-18-15,-4-2 37 0,2 0-27 16,0 0 5 0,-1 0 7-16,1 0-18 0,4 3 24 15,-2-2-25-15,0 1-8 16,2 4 35-16,0-2-33 15,0 1 5-15,0 1 0 16,0 0 4-16,0 0-13 16,0 0 2-16,0 0 0 15,-2 0-12-15,2 0 11 16,0 0-7-16,0 3 7 16,0 18-13-16,6 6 12 15,5 5 2-15,3 1 0 16,-1-5-3-16,-2-7 7 0,-2-7-4 15,-2-7 0-15,-5-6 5 16,0-1-10-16,2 0 10 16,3 0-2-16,9-11 34 15,11-25-21-15,10-14 3 16,8-11-19-16,0-2 12 16,0-4-9-16,-3 2-3 15,-5 7 0-15,-1 2 0 16,-5 10 1-16,-6 9-1 15,-9 12 0-15,-3 4 7 16,-7 12-6-16,-2 3-1 16,0 2 0-16,-4 4 2 15,0-2 4-15,2 2-6 0,-2 0 0 16,0 0 2-16,0 0 0 16,0-2-2-16,2 2 0 15,-2 0 15-15,0 0-7 16,0 0-6-16,0 0 0 15,0 0 6-15,0 0 2 16,0 0-10-16,0 0 0 16,0 0-1-16,0 0 5 15,0-2-4-15,0 2 0 16,0 0 3-16,0 0-3 16,0 0 0-16,0 0 0 15,0 0-5-15,0 0 8 16,0 0-3-16,0 0 0 15,0 0 4-15,0 0-7 16,0 0 3-16,0 0-20 0,0 0 5 16,0 0-69-16,0 13-53 15,-8 26-97-15,-13 17-53 16,-6 11-255-16</inkml:trace>
  <inkml:trace contextRef="#ctx0" brushRef="#br0" timeOffset="172792.24">789 15066 134 0,'0'0'141'16,"0"0"-84"-16,0 0 32 16,0 0 5-16,0 0-27 15,0 0 4-15,-5-32-23 16,3 29-12-16,-2-3 18 16,2 1-18-16,-4-2-2 15,2 2 7-15,0 0-11 16,-1 5 8-16,3-6-7 0,0 4-9 15,0-2 25 1,2 1-33-16,0 3 3 0,0 0-12 16,0 0 2-16,0 0-14 15,0 0 7-15,0 0-10 16,0 0 3-16,6 15 1 16,10 2 6-16,-3 3-2 15,3 1 3-15,-5-4-1 16,0-6 0-16,-4 1 2 15,0-8 6-15,0-4-5 16,-5 2 2-16,0-2 16 16,0 0-18-16,4 0 24 15,6 0 6-15,3-10-18 0,6-12 25 16,3-6-37 0,5-16 10-16,5-9-12 0,3-9 9 15,3-7-10-15,1-1 0 16,-1 3 0-16,-2 9 2 15,-7 14-1-15,-7 12-1 16,-11 13 0-16,-5 6 8 16,-4 9-8-16,-4-2 0 15,2 6 2-15,-2 0 9 16,0 0-6-16,0 0-5 16,0 0 2-16,0 0 6 15,0 0-9-15,0 0 1 0,0 0 0 16,0 0 1-1,0 0 2-15,0 0-3 0,0 0 0 16,0 0 4-16,0 0-5 16,0 0 1-16,0 0 0 15,0 0-2-15,0 0 2 16,0 0-20-16,0 0-29 16,0 0-82-16,0 6-77 15,-4 16-108-15,-10-4-184 16</inkml:trace>
  <inkml:trace contextRef="#ctx0" brushRef="#br0" timeOffset="136066.83">15826 14776 80 0,'29'-22'62'0,"4"0"51"15,2 2-20-15,-4-1-6 16,-5 2 3-16,-10 1-26 16,-5 4 27-16,-4 2-41 15,-5 0-17-15,3 3-1 16,-3-6-23-16,-2 1 19 0,0-3-12 15,0-4-12-15,0-2 34 16,0 1-33-16,-16-2 3 16,-4-1 4-16,-7-1-5 15,-6 1-4-15,-2-3-3 16,-6 3 5-16,-5-1 5 16,-4-6-5-16,-6 6-5 15,-2-1 0-15,-2 1 12 16,-2 0-12-16,1 6 2 15,-1-5 6-15,-2 6 15 16,1 0-19-16,-6 2-4 16,5 0 4-16,-2 3 6 15,4 4-10-15,0 2 0 16,-3 4 4-16,-2 3 0 16,-4 1-3-16,-3 0-1 0,-1 0 0 15,-8 0 3-15,-2 4-3 16,-4 5 5-16,0 1-4 15,5 3 31-15,1-1-32 16,5 2 10-16,0 0 3 16,2 4-5-16,5 0-4 15,0-1-4-15,3 6 4 16,4-7 0-16,1 8-4 16,5-6 0-16,5 5 0 15,2-2 3-15,4-3-3 16,-2 4 0-16,-2 2 1 15,-3 2-2-15,0 0 1 16,2 1 0-16,0-1 0 16,3-3 7-16,-4 6-8 0,1-3 1 15,3 0 0-15,5-3 0 16,1 0 3-16,5 1-3 16,3-4 0-16,3 0 4 15,3 0-4-15,3 1 0 16,1 2 1-16,3 0-4 15,0-2 5-15,1-1-2 16,-1 5 0-16,2-1 1 16,0-2-1-16,3-2 0 15,-1 0 2-15,1 2-6 16,4-6 9-16,1 2-5 0,-2 1 0 16,3-2 1-1,-3 1-3-15,3 2 2 0,3-2 0 16,-2 4-5-16,1 0 7 15,3 4-2-15,-1 0 0 16,5 1 4-16,2 5-6 16,0-6 2-16,0 2 0 15,9-7-7-15,8 4 8 16,6-1-1-16,8-1 0 16,4 4 12-16,8-5-12 15,6 0 0-15,4 2 0 16,8 3 1-16,5-6 1 15,11 1-2-15,7 0 0 0,8-3 6 16,6-1-2-16,0 0-4 16,4-8 0-16,7-2-4 15,3-8 15-15,4 0-11 16,-7 0 0-16,-4 0 5 16,-7 0-9-16,-2-4 4 15,-1 2 0-15,1 2-6 16,-2-4 9-16,2-1-3 15,4-8 0-15,9-8 8 16,7-7-10-16,5-4 2 16,-8 3 0-16,-10 10-6 15,-16 6 7-15,-17 13-1 16,-13-5 0-16,-6 5 8 16,-4-6-13-16,-5 0 5 0,0-3 0 15,-1-6-2-15,-1-2 5 16,0-15-3-16,3-3 0 15,5-9 9-15,4-2-8 16,-5-5-1-16,-7 12 0 16,-13 4 3-16,-10 5 8 15,-5 2-11-15,-8-7 5 16,-4-2 5-16,0-5-9 16,-25-12-1-16,-21-9 0 15,-26-10-14-15,-22-10 9 16,-32 2-54-16,-37 6-49 15,-33-5-180-15</inkml:trace>
  <inkml:trace contextRef="#ctx0" brushRef="#br0" timeOffset="140006.65">14964 15601 76 0,'0'0'37'0,"0"0"-21"15,0 0-13-15,0 0-3 16,0 0 3-16,0 0-2 0,0 0 11 16,-83-26-12-16,83 26 0 15,0 0-7-15,0 0-65 16</inkml:trace>
  <inkml:trace contextRef="#ctx0" brushRef="#br0" timeOffset="-97214.99">22675 6863 184 0,'0'-3'184'0,"0"1"-47"16,0 0-91-16,0 0 44 0,0-3-16 15,0 0-53-15,0 1 38 16,4-2-12-16,-4 4-13 15,2-1 21-15,-2-1-15 16,0 4-2-16,2-1-6 16,0-3-22-16,3 1 16 15,-2 0-10-15,-1-1 1 16,-2 1 19-16,0 1-31 16,0 2 33-16,0-2 5 15,0 2-28-15,0 0 28 16,0 0-32-16,0 0-11 15,0 0 22-15,0 0-15 16,-14 0-7-16,-13 0 0 16,-8 0 8-16,-7 7-13 15,-10 12 5-15,-4 10 0 16,-4 5-2-16,-2 10 2 0,-1 6 0 16,7 6 0-16,8 6 2 15,15 0-6-15,10 1 4 16,14-5 0-16,9-8-7 15,0-6 7-15,16-8 0 16,10-8-2-16,6-8 8 16,3-10-2-16,1-10-4 15,4 0 0-15,-2-11 5 16,-5-18-5-16,-6-3 0 0,-10-4-4 16,-5 0 5-1,-5 0-11-15,-5 4 10 16,-2 5 0-16,0 6-17 0,0 6 17 15,-15 4-1-15,-3 4-1 16,5 3 2-16,3 1-6 16,3 3 6-16,7 0 0 15,0 0-3-15,0 0 3 16,0 0-3-16,7 0-33 16,13 0 36-16,7 0-2 15,0 0 2-15,-5 0 0 16,-4 0-1-16,-2 12 3 15,-7 8-2-15,-5 6 0 16,-4 6 0-16,0 6 29 16,0-1-27-16,-11 0 5 0,-3-5 12 15,1-2-13-15,2-8-9 16,0-4 3-16,9-7-100 16,2-11-75-16,8 0-258 15</inkml:trace>
  <inkml:trace contextRef="#ctx0" brushRef="#br0" timeOffset="-95621.76">23096 7168 346 0,'0'0'236'15,"0"0"-236"-15,0 0-3 0,0 0 3 16,0 0 30-16,0 0 5 15,0 31-8-15,-2-21 34 16,0-2-26-16,-3-4 13 16,2-3 23-16,3 1-40 15,0-2 17-15,0 0-7 16,0 0-21-16,0 0 31 16,0 0-13-16,0 0 3 15,0 0 36-15,0-15-61 16,0-5-12-16,0 2-4 15,0 0 6-15,0 4 19 16,0 2-21-16,-6 2 1 16,-5 3 2-16,-5 5-7 15,-4 2-1-15,-6 0-1 0,-8 20 2 16,1 11-6-16,-4 5 6 16,6 4 0-16,5 2-7 15,4 2 10-15,4-4-3 16,9-2 0-16,5-5 2 15,4-12-11-15,0-3 9 16,0-6-4-16,0-5-6 16,6-7-1-16,12 0 11 15,6-9 35-15,7-17-28 16,4-8-7-16,-7-1-7 0,4-4 7 16,-6 5-5-1,-2 0 6-15,-1 4-2 0,-8 5-1 16,-3 5 2-16,-4 8 2 15,-5 7-2-15,-3 3 0 16,0 2-11-16,0 0-12 16,0 0 15-16,-9 19 4 15,-11 8 4-15,-5 0 7 16,1 4-7-16,4-1 0 16,1-2-4-16,9 0 11 15,5-4-7-15,5-2 0 16,0-4 0-16,0-4-7 15,5-3 7-15,13-5 0 16,6-5 3-16,5-1 13 16,4 0-12-16,3-16-4 0,2-10 0 15,0-4-4-15,-3-6-6 16,-4 1-7-16,-2 0 15 16,-6 3-18-16,-5 7 20 15,-7 8 0-15,-4 9 4 16,-3 6 7-16,-4 2-11 15,0 0-12-15,0 0 11 16,0 0-40-16,0 20 39 16,0 7-2-16,-9 2 8 15,-2 5 5-15,-2 1-9 16,4 0 0-16,2-3 10 16,5-4-4-16,2-3-6 0,0-7 0 15,0-8 7-15,0-5-6 16,0-5-1-16,9 0 0 15,11 0 40-15,4-15-37 16,1-10 3-16,2-1-6 16,2-2 0-16,-3-2-4 15,3 0-8-15,-4 0 3 16,-3 6-4-16,-4 6 19 16,-5 7-6-16,-6 6 13 15,-2 5-12-15,-3 0 4 16,-2 0-5-16,0 12-19 15,0 10 17-15,0 7 0 16,0-3 2-16,-11 1 1 16,-1-2 6-16,6-8-4 15,2-5-3-15,4-6 0 0,0-3 0 16,0-3 10-16,0 0-10 16,6-7 11-16,17-17-4 15,3-6 4-15,6-6-11 16,-1 2 0-16,-4 2-8 15,-1 4 8-15,-6 6 0 16,-2 8 0-16,-7 6 1 16,-2 6 16-16,-4 2-17 15,-3 0 0-15,0 8-3 16,0 15 8-16,-2 9-5 0,0 0 0 16,0-1 7-16,0-4-1 15,0-8-6-15,3-5 0 16,1-7-2-16,-2-1 9 15,0-6-7-15,5 0 0 16,4 0 2-16,4-9 18 16,8-11-16-16,2-6-4 15,-1-2 0-15,4-2 0 16,-1 0-5-16,-2 2 5 16,0 2 0-16,-7 6 2 15,-3 6 1-15,-4 0-3 16,-4 7 22-16,0 3-20 15,-5 3 11-15,-2 1-13 0,0 0 6 16,0 0-14 0,0 0 8-16,0 0 0 0,0 0-3 15,0 0-3-15,2 5 6 16,5 14 0-16,2 3 3 16,0 4-5-16,-1 3 2 15,4 2 0-15,-7-5 0 16,-1-5 0-16,-4-4-1 15,0-5 1-15,0-6 0 16,-7-2-15-16,-19-4 3 16,-13-4 4-16,-12-22-18 15,0-12-133-15,-1-12-187 16</inkml:trace>
  <inkml:trace contextRef="#ctx0" brushRef="#br0" timeOffset="-95495.83">23778 6909 226 0,'0'0'817'0,"0"0"-768"16,0 0-49-16,0 0-26 15,0 0-93-15,0 0-239 16</inkml:trace>
  <inkml:trace contextRef="#ctx0" brushRef="#br0" timeOffset="-94655.81">24995 6796 331 0,'0'0'149'0,"0"0"23"0,0 0-46 15,0 0-4-15,0 0-14 16,0 0-14-16,62-94 0 15,-62 94-20-15,0 0-41 16,0 0 2-16,0 0-34 16,0 1 8-16,-9 34-18 15,-22 18 18-15,-13 21 0 16,-10 11 7-16,-6 11-11 16,-2 4 12-16,2-1-17 15,2-4 2-15,10-6 3 16,11-12-5-16,14-13-13 15,12-14-40-15,11-14-97 16,0-22-131-16,27-14-362 16</inkml:trace>
  <inkml:trace contextRef="#ctx0" brushRef="#br0" timeOffset="-93990.93">25204 6956 75 0,'0'0'361'0,"0"0"-191"15,0 0-56-15,0 0-37 16,0 0-10-16,0 0 30 16,19-64-37-16,-19 62 8 0,0 2 12 15,0 0-59-15,0 0-1 16,0 0-20-1,-7 14-5-15,-16 18 5 0,-6 8 7 16,-2 6 1-16,2 2 29 16,0 2-27-16,5-2 20 15,2-5-4-15,6-5-19 16,7-5 22-16,7-4-29 16,2-5 4-16,0-5 2 15,2-4-3-15,23-5-3 16,13-8 13-16,10-2-9 15,10 0 15-15,7-21-19 16,0-6 0-16,-8-4 13 16,-7-1-7-16,-13 2-6 0,-8 7 0 15,-8 3 5-15,-6 5-7 16,-6 6 2-16,-2 2 0 16,-5 5 2-16,-2 2 1 15,0 0-6-15,0 0 2 16,0 7-14-16,-11 19 10 15,-13 8 5-15,-1 2 0 16,4 0-4-16,6-2 9 16,7-6-5-16,8-7 0 15,0-7 1-15,0-7-10 16,8-7 9-16,17 0 0 16,-1-18 13-16,5-14-4 0,-5-9-9 15,-3 0 0-15,-8-1 5 16,-1-1-3-16,-10 6-2 15,-2 6 0-15,0 12-11 16,0 6 4-16,-12 13-11 16,-12 0-24-16,-5 16-51 15,0 19-84-15,7 1-131 16,13-4-139-16</inkml:trace>
  <inkml:trace contextRef="#ctx0" brushRef="#br0" timeOffset="-92947.84">25688 7321 439 0,'0'0'234'0,"0"0"-160"0,0 0 7 16,0 0-12-16,0 0-27 16,0 0 25-16,105-162-8 15,-98 142 1-15,-5 3 13 16,-2 8-29-16,0 2-13 15,0 5 4-15,0 2-30 16,-13 0-5-16,-1 0 0 16,6 0 0-16,-1 2-5 15,6 7 5-15,3-4 0 16,0-1-8-16,0 0 0 16,0 0 5-16,5 0-2 15,8 1 5-15,5-1 1 0,-1 1-1 16,0 2 0-16,-2 2-9 15,1 3 12-15,-3 5-3 16,3 0 0-16,-5 4 0 16,-5 3-6-16,0 0 6 15,0 0 0-15,-4-4-9 16,0-5 14-16,0-2-5 16,-2-5 0-16,5-4 1 15,-1-4 12-15,8 0-10 16,5 0 16-16,8-8 9 15,6-10-21-15,0 0-7 16,0-1 0-16,0-2 2 16,-6-2 2-16,0 1-4 0,-8-2 0 15,-1 1 1-15,-5 2 1 16,-7 6-2-16,0 4 0 16,-4 3 2-16,0 5-4 15,0 0 2-15,0 3-1 16,0 0-11-16,0 0-4 15,0 0 15-15,-2 4 1 16,-8 13 0-16,1 2-6 16,1 3 6-16,0 5 0 15,4-4-8-15,1 4 13 16,1-5-5-16,2 0 0 16,0-5 0-16,0-3 0 0,2-5 0 15,9-6 0-15,3-3 1 16,5 0 8-16,6 0-9 15,2-15 0-15,-2-5 3 16,0-3-3-16,-1 2 0 16,-2-1 0-16,-2 5-12 15,-2 5 14-15,-5 5-2 16,-2 7 0-16,-3 0 0 16,-4 0-13-16,-2 0 11 15,-2 14 1-15,0 8-12 16,0 4 16-16,0 3-3 15,0 0 0-15,-4-3 2 16,2-6-1-16,-2-6-1 0,2-4 0 16,2-8-1-16,0-2 8 15,0 0-7-15,0 0 12 16,2-10-11-16,17-10 8 16,5-5-9-16,1-1 0 15,-3-3-4-15,0 0 9 16,-1 4-5-16,-4 4 0 15,-3 6 0-15,-3 6 7 16,-3 9-6-16,2 0-1 16,-2 4 0-16,1 23 6 15,1 7-6-15,-4 4 0 16,-2-4 6-16,-1-4 0 0,-1-6-6 16,2-6-45-16,4-6-52 15,2-6-153-15,3-6-221 16</inkml:trace>
  <inkml:trace contextRef="#ctx0" brushRef="#br0" timeOffset="-92541.89">26847 7222 681 0,'0'0'325'16,"0"0"-196"-16,0 0-4 15,0 0-77-15,0 0-6 16,0 0-27-16,87-102-12 15,-54 95 14-15,-4 2-14 0,-6 3-3 16,-5 2 3 0,-7 0 0-16,-4 0-6 0,-3 18 2 15,-4 7 1-15,0 7-2 16,0 2 2-16,0 7 0 16,-17-1 4-16,-8 4 6 15,-4 2-8-15,-4 1 5 16,-1-6-6-16,7-8 18 15,9-11-18-15,12-10-1 16,6-5 1-16,0-5 11 16,18 0-1-16,15-2 19 15,11 0-28-15,6 0 11 16,-1 0-13-16,0 0 0 16,-4 0 0-16,-8-2-26 0,-8-7 8 15,-11 1-15-15,-9 3-19 16,-9-3 6-16,0 1-125 15,-16 1-157-15,-28 1-233 16</inkml:trace>
  <inkml:trace contextRef="#ctx0" brushRef="#br0" timeOffset="-92363.88">26836 7437 255 0,'0'0'328'0,"0"0"-102"15,0 0 3-15,0 0-68 16,0 0-93-16,0 0-45 15,116-92 10-15,-58 75-5 16,3 2-28-16,-5 4 7 16,-8-2-7-16,-7 1-6 15,-12 5-25-15,-14-5-117 0,-4 1-237 16</inkml:trace>
  <inkml:trace contextRef="#ctx0" brushRef="#br0" timeOffset="-90096.31">28344 7302 16 0,'0'0'324'0,"0"0"-208"16,0 0 34-16,0 0-27 15,0 0 17-15,0 0-30 16,0-9-24-16,0 9 10 16,0 0-41-16,0 0-21 15,0 0-19-15,0 0-10 16,0 0-10-16,0 0 2 16,0 10 2-16,-3 10-9 0,-2 2 12 15,3 0-2-15,0-8 0 16,2-4 7-16,0-6-7 15,0-2 0-15,0-2 2 16,0 0 17-16,0 0-12 16,0-20 1-16,12-4-8 15,0-4 7-15,2-2-9 16,-3 2 2-16,0-1 0 16,-1 6 0-16,-6 3 1 15,-2 6-1-15,-2 8 0 16,0 6 7-16,0 0-13 15,-12 0 6-15,-11 24-3 16,-9 8-7-16,6 4 10 0,-1 4 0 16,6 2-2-1,6 0 0-15,3-1-1 0,8-3 3 16,4-6 0 0,0-9-13-16,0-5 2 0,12-8-3 15,9-10 7-15,8 0-2 16,3-3 6-16,3-22 3 15,4-3 0-15,-4-8-2 16,3 0 4-16,-5-3-2 16,-4 6 0-16,-2 1 1 15,-4 4-2-15,-6 5 1 16,-1 3 0-16,-7 3 0 16,-3 5 3-16,-4 6-3 0,-2 2 0 15,0 4 8-15,0 0-12 16,0 0 4-16,0 0-3 15,0 6-8-15,0 10 11 16,-8 7 0-16,-3 2 0 16,-1 5 4-16,1 4-9 15,5 0 5-15,2 2 0 16,1-2-1-16,3-5 3 16,0-8-2-16,0-9 0 15,0-6 4-15,11-6-4 16,5 0 0-16,6-6 3 15,2-17 0-15,6-8-3 16,1-3 0-16,0-3-4 16,-2 2 5-16,0-1-2 0,-4 2 1 15,-3 9 0-15,-5 5-2 16,0 6 8-16,-9 11-6 16,-1 3 0-16,-3 0 10 15,-2 0-12-15,-2 10 3 16,0 11-1-16,0 6 36 15,0 1-34-15,0-2 10 16,0-4-11-16,-2-1 8 16,2-9-10-16,0-3 1 15,0-5 0-15,0-4-4 16,4 0 11-16,14 0 11 16,3-20 4-16,8-8-21 15,-2-7 12-15,4-2-13 16,0-7 0-16,-5-1 2 0,-3 4 4 15,-5 7-6-15,-7 11 20 16,-7 9-10-16,-2 8 27 16,-2 6-33-16,0 0 3 15,0 0-14-15,0 0-9 16,-9 8 16-16,-1 7 0 16,7-2-11-16,3 3 5 15,0-1-28-15,0-1 0 16,7-3 30-16,6 2-27 15,-1 0 16-15,-2 4 5 16,-1 3-16-16,1 2 20 0,-4-1 4 16,1 4 2-16,-1-4-7 15,4 2 10-15,-6-2-3 16,0-7 0 0,1-2 3-16,-1-3-10 0,-2-5 7 15,5-3 0-15,0-1-3 16,8 0 11-16,6-11-8 15,5-9 0-15,6-4 3 16,-3-5 0-16,4 4-3 16,-2-1 0-16,0-1-2 15,-2 8 9-15,-11 3-7 16,-2 5 3-16,-10 8 0 16,3 3 3-16,-4 0-6 15,-3 0 0-15,0 20-15 0,1 7 16 16,-3 7-1-1,4 1 0-15,2-1 2 0,1-6-2 16,0-9 0-16,-2-5 0 16,-3-7-3-16,-2-5 10 15,4-2-7-15,3 0 7 16,1-14-2-16,4-14 1 16,-1-4-6-16,0-7-1 15,-4-1-8-15,2-4-7 16,-3 5 14-16,1 5 1 15,4 10 1-15,-2 9 10 16,-3 10-3-16,0 2 7 16,-4 3-2-16,0 0-12 0,0 0-5 15,0 11 5-15,0 8 0 16,-2 4 12-16,0 5-12 16,5-1 0-16,-1-3 2 15,3-3 3-15,0-8-5 16,4-1 0-16,2-7 4 15,3-3-7-15,2-2 3 16,4 0 0-16,2-2-5 16,8-12 10-16,-1-2-7 15,2-5 2-15,-2 1 0 16,0 1-10-16,-4 2 10 16,-4 2 0-16,-5-2-4 0,-5 3 7 15,-4 2-3 1,-5 2 0-16,-4 5 2 0,0-2-2 15,0 3 0-15,0 0-6 16,-2 2-4-16,-13 2-4 16,-1 0 12-16,-4 0 2 15,2 0 0-15,-5 17-9 16,6 5 9-16,-3 7 0 16,1 7-11-16,7 11 23 15,7 1-9-15,5 0 20 16,0-6-8-16,21-3 28 15,12-12-23-15,7-11-1 0,2-12 24 16,1-4-41-16,-3-9 16 16,-3-18-12-1,-6-7 4-15,-2-2-20 0,-4-3-4 16,-2 1-56-16,3 1-22 16,-1-4-255-16</inkml:trace>
  <inkml:trace contextRef="#ctx0" brushRef="#br0" timeOffset="-89631.8">30425 6589 613 0,'0'0'287'0,"0"0"-155"16,0 0-64-16,0 0-36 16,0 0-32-16,0 0 0 15,154 182 5-15,-111-78 2 16,-8 5-5-16,-14-5 12 15,-19-11-7-15,-2-13-6 16,-41-13-1-16,-19-9-49 16,-20-15-9-16,-16-14-78 15,-9-12-372-15</inkml:trace>
  <inkml:trace contextRef="#ctx0" brushRef="#br0" timeOffset="-88675.25">21747 6814 106 0,'0'0'117'0,"0"0"-28"16,0 0 23-16,0 0 40 16,0 0-50-16,0 0-3 15,76-99 9-15,-67 86-20 16,-5 0 14-16,-2 3-27 16,-2 4-4-16,0 3-7 0,0 0-45 15,0 1 9-15,0 2-13 16,0 0-13-16,-19 0 5 15,-8 14-7-15,-11 16 0 16,0 10-3-16,-4 16 12 16,2 13-8-16,3 10 4 15,14 14-3-15,7 2 18 16,13-1-20-16,3-6 0 16,19-11 1-16,25-10 6 15,20-13-14-15,21-15-6 16,23-16-52-16,18-14-14 15,12-9-161-15,12 0-408 16</inkml:trace>
  <inkml:trace contextRef="#ctx0" brushRef="#br0" timeOffset="-81691.09">20214 7256 125 0,'0'0'124'0,"0"0"3"15,0 0-25-15,0 0-26 16,0 0 0-16,0 0-14 15,0 0-25-15,-87-37 34 0,78 30-28 16,7 4 0-16,2 1 45 16,0-1-38-16,0 2 16 15,11-2-61-15,22 0 8 16,21-4-13 0,14 4 5-16,13-2-4 0,4 1 7 15,6-3-5-15,3-3-3 16,-10-2 0-16,-10 4 11 15,-20 1-8-15,-19 5-3 16,-8 2 0-16,-12 0-8 16,-5 0 12-16,-6 0-4 15,-4 0 0-15,0 0 0 16,0 0-6-16,0 0 6 0,0 0 0 16,0 0-10-16,0 0 19 15,0 0-10-15,0 0 1 16,0 0-5-16,-2-1 2 15,-10-6 3-15,-1 3 0 16,-5-1 1-16,3 0 4 16,-1-1-5-16,5 2 0 15,2 0 1-15,2 3 1 16,5-2-2-16,2 1 0 16,0 2 3-16,0 0-3 15,0 0-13-15,0 0 3 16,0 0 3-16,0 0-2 15,0 0 9-15,0 0 0 0,0 0-10 16,0 0 13 0,0 0-6-16,-2 0 3 0,-3 0-14 15,-3-2 11-15,-4 0 3 16,-3-2 0-16,-1 0-2 16,5 0 7-16,2-1-5 15,2 0 0-15,3-2 4 16,1-2 11-16,1 1-15 15,0-1 0-15,2 2 11 16,0 1 2-16,0 2-10 16,0 4 1-16,0 0 2 15,0 0-2-15,0 0-4 0,0 0-10 16,0 4 3 0,0 20 0-16,7 11 7 15,0 1 0-15,-7 1 4 16,0-2-7-16,0-9 3 0,0-6 0 15,0-8-7-15,0-8 13 16,0-2-6-16,0-2 0 16,0 0 2-16,0 0 12 15,0 0-13-15,0-14 2 16,9-18 4-16,4-10-2 16,3-2-5-16,-3 1 0 15,-2 9 0-15,-4 8-1 16,-3 11 1-16,-2 8 0 15,-2 5-6-15,0 2 6 16,0 0-2-16,0 0-8 0,0 4 3 16,0 13-3-16,0 6 10 15,0-3 0-15,0 0-6 16,9-2 6-16,7-6-5 16,7 2 3-16,0-1 2 15,4-5 7-15,-2-1-7 16,-7-3 0-16,-7-1 6 15,-7-2 0-15,-4-1-8 16,0 3 2-16,0 1-12 16,0 3 4-16,-29 12-13 15,-13 6 21-15,-12 6 4 16,-6 1 6-16,7 0-10 16,8-6 0-16,14-2-2 15,15-4-6-15,16 2-110 0,8-6-124 16,36-6-216-1</inkml:trace>
  <inkml:trace contextRef="#ctx0" brushRef="#br0" timeOffset="-78316.2">31874 6950 69 0,'0'0'75'0,"0"0"-24"16,0 0 18-1,0 0-14-15,0 0 15 0,0 0-33 16,0 0-34-16,0-22 4 16,0 22 19-16,0-1 4 15,0 1 16-15,0-6-6 16,0 3-13-16,0-1-1 16,2-1-13-16,-2 2 7 15,5-1 9-15,-5 2-26 0,0 0 10 16,0-1 8-1,0 0-6-15,0 1 9 0,-22-2-19 16,-3 1-5-16,-4 2 0 16,-6-1 0-1,-4 2 8-15,-3 0-7 0,-5 0 2 16,-4 0 11-16,-2 3-9 16,1 6-1-16,4-1 3 15,3-1-2-15,11 0-5 16,5-7 4-16,12 2-3 15,5-2 21-15,4 0-16 16,5 0 19-16,1 0 6 16,2 0-26-16,0 0 25 15,0 0-10-15,0 0-12 16,0 0 25-16,0 0-32 16,0 0 5-16,0 0-6 15,0 0 7-15,0 0-11 0,0 0 4 16,0 0-2-16,0 0-11 15,0 0 9-15,-2 0 4 16,2 0-1-16,0 0 1 16,0 0-1-16,0 0 1 15,0 0 0-15,0 0 6 16,0 0-1-16,0 0-4 16,0 0 9-16,0 0-4 15,0 0 21-15,0-14-12 16,0-5-7-16,9-3-8 15,4-2 7-15,1 2 5 16,-4 0-12-16,-1 7 9 0,-4 3-8 16,-3 5-1-16,1 7 0 15,-3 0 8-15,0 0-8 16,0 0 0-16,0 0 0 16,0 0-23-16,0 27 1 15,0 11 17-15,-10 8 5 16,-7 4 1-16,1-5 1 15,1 1-2-15,3-9 0 16,3-8 10-16,3-10-13 16,1-5 3-16,5-7 0 15,-2-6 4-15,2 1 3 16,-2-2-1-16,2 0 9 16,0 0-12-16,0-3 12 0,-2-18-15 15,-6-1 1 1,2-2-7-16,0 2 10 0,1 5-4 15,3 2 0-15,0 5 1 16,2 6-1-16,-2 1 0 16,2 2 0-16,-2 1-16 15,2 0 18-15,0 0-2 16,0 0 0-16,0 0 0 16,0 0-2-16,0 0 2 15,0 0 0-15,0-4 7 16,4-6-7-16,11-4-9 15,5-2 9-15,3 0 0 0,-6 2 16 16,1 2-16 0,-7-2 0-16,-4 4-6 0,0 3 11 15,-7 6-5-15,0-1 0 16,0 2 2-16,0 0-10 16,0 0 8-16,0 0-1 15,0 0-12-15,0 0 4 16,0 0 9-16,0-2-2 15,0 2 8-15,0 0-8 16,0 0 2-16,0 0 0 16,0 0 19-16,4-4-15 15,1-2 1-15,3-3-5 16,-1 0 6-16,0 1-6 0,-2 3 0 16,-5 4 1-16,0-1-8 15,0 2 7-15,0 0 0 16,0 0-1-16,0 0-26 15,0 0 22-15,-5 0-20 16,-15 0 25-16,-7 0 0 16,-4 0 4-16,0 10-4 15,-5 2 0-15,1 1 7 16,-4 5-14-16,6-1 7 16,2-1 0-16,6-2-9 15,10-5 14-15,6-2-5 16,7-3 0-16,2-4 7 15,0 2 1-15,0-2-8 16,0 0 6-16,0 0 12 0,0 0-18 16,2 0 5-16,5 0 3 15,3 0-3-15,-3-2 5 16,-2 0-10-16,-1 0 0 16,-1 1-1-16,-1-2 3 15,-2 0-2-15,0 2 0 16,2-1 5-16,-2 2-9 15,0 0 4-15,0 0 0 16,2 0-10-16,5 0 5 16,6 0-23-16,7 6 19 15,7 8 9-15,6 4 10 16,6-4-10-16,-4 4 0 16,1-4-4-16,-5-2 4 0,-13-1-26 15,-9 1-53 1,-9-4-144-16,0-8-245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ru-RU" smtClean="0"/>
              <a:t>13.07.2021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230445E-A660-448A-B4DC-782AD0E5DA6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033191" y="0"/>
            <a:ext cx="9155634" cy="6858000"/>
          </a:xfrm>
          <a:custGeom>
            <a:avLst/>
            <a:gdLst>
              <a:gd name="connsiteX0" fmla="*/ 6450330 w 8969375"/>
              <a:gd name="connsiteY0" fmla="*/ 3511550 h 6858000"/>
              <a:gd name="connsiteX1" fmla="*/ 8969375 w 8969375"/>
              <a:gd name="connsiteY1" fmla="*/ 3511550 h 6858000"/>
              <a:gd name="connsiteX2" fmla="*/ 8969375 w 8969375"/>
              <a:gd name="connsiteY2" fmla="*/ 6858000 h 6858000"/>
              <a:gd name="connsiteX3" fmla="*/ 5010150 w 8969375"/>
              <a:gd name="connsiteY3" fmla="*/ 6858000 h 6858000"/>
              <a:gd name="connsiteX4" fmla="*/ 1915160 w 8969375"/>
              <a:gd name="connsiteY4" fmla="*/ 3511550 h 6858000"/>
              <a:gd name="connsiteX5" fmla="*/ 3404870 w 8969375"/>
              <a:gd name="connsiteY5" fmla="*/ 3511550 h 6858000"/>
              <a:gd name="connsiteX6" fmla="*/ 1964690 w 8969375"/>
              <a:gd name="connsiteY6" fmla="*/ 6858000 h 6858000"/>
              <a:gd name="connsiteX7" fmla="*/ 474980 w 8969375"/>
              <a:gd name="connsiteY7" fmla="*/ 6858000 h 6858000"/>
              <a:gd name="connsiteX8" fmla="*/ 7961630 w 8969375"/>
              <a:gd name="connsiteY8" fmla="*/ 0 h 6858000"/>
              <a:gd name="connsiteX9" fmla="*/ 8969375 w 8969375"/>
              <a:gd name="connsiteY9" fmla="*/ 0 h 6858000"/>
              <a:gd name="connsiteX10" fmla="*/ 8969375 w 8969375"/>
              <a:gd name="connsiteY10" fmla="*/ 3346450 h 6858000"/>
              <a:gd name="connsiteX11" fmla="*/ 6521450 w 8969375"/>
              <a:gd name="connsiteY11" fmla="*/ 3346450 h 6858000"/>
              <a:gd name="connsiteX12" fmla="*/ 5163820 w 8969375"/>
              <a:gd name="connsiteY12" fmla="*/ 0 h 6858000"/>
              <a:gd name="connsiteX13" fmla="*/ 7726680 w 8969375"/>
              <a:gd name="connsiteY13" fmla="*/ 0 h 6858000"/>
              <a:gd name="connsiteX14" fmla="*/ 4775200 w 8969375"/>
              <a:gd name="connsiteY14" fmla="*/ 6858000 h 6858000"/>
              <a:gd name="connsiteX15" fmla="*/ 2213610 w 8969375"/>
              <a:gd name="connsiteY15" fmla="*/ 6858000 h 6858000"/>
              <a:gd name="connsiteX16" fmla="*/ 3426460 w 8969375"/>
              <a:gd name="connsiteY16" fmla="*/ 0 h 6858000"/>
              <a:gd name="connsiteX17" fmla="*/ 4916170 w 8969375"/>
              <a:gd name="connsiteY17" fmla="*/ 0 h 6858000"/>
              <a:gd name="connsiteX18" fmla="*/ 3475990 w 8969375"/>
              <a:gd name="connsiteY18" fmla="*/ 3346450 h 6858000"/>
              <a:gd name="connsiteX19" fmla="*/ 1986280 w 8969375"/>
              <a:gd name="connsiteY19" fmla="*/ 3346450 h 6858000"/>
              <a:gd name="connsiteX20" fmla="*/ 0 w 8969375"/>
              <a:gd name="connsiteY20" fmla="*/ 0 h 6858000"/>
              <a:gd name="connsiteX21" fmla="*/ 3195320 w 8969375"/>
              <a:gd name="connsiteY21" fmla="*/ 0 h 6858000"/>
              <a:gd name="connsiteX22" fmla="*/ 243840 w 8969375"/>
              <a:gd name="connsiteY22" fmla="*/ 6858000 h 6858000"/>
              <a:gd name="connsiteX23" fmla="*/ 0 w 8969375"/>
              <a:gd name="connsiteY23" fmla="*/ 6858000 h 6858000"/>
              <a:gd name="connsiteX0" fmla="*/ 6604567 w 9123612"/>
              <a:gd name="connsiteY0" fmla="*/ 3511550 h 6858000"/>
              <a:gd name="connsiteX1" fmla="*/ 9123612 w 9123612"/>
              <a:gd name="connsiteY1" fmla="*/ 3511550 h 6858000"/>
              <a:gd name="connsiteX2" fmla="*/ 9123612 w 9123612"/>
              <a:gd name="connsiteY2" fmla="*/ 6858000 h 6858000"/>
              <a:gd name="connsiteX3" fmla="*/ 5164387 w 9123612"/>
              <a:gd name="connsiteY3" fmla="*/ 6858000 h 6858000"/>
              <a:gd name="connsiteX4" fmla="*/ 6604567 w 9123612"/>
              <a:gd name="connsiteY4" fmla="*/ 3511550 h 6858000"/>
              <a:gd name="connsiteX5" fmla="*/ 2069397 w 9123612"/>
              <a:gd name="connsiteY5" fmla="*/ 3511550 h 6858000"/>
              <a:gd name="connsiteX6" fmla="*/ 3559107 w 9123612"/>
              <a:gd name="connsiteY6" fmla="*/ 3511550 h 6858000"/>
              <a:gd name="connsiteX7" fmla="*/ 2118927 w 9123612"/>
              <a:gd name="connsiteY7" fmla="*/ 6858000 h 6858000"/>
              <a:gd name="connsiteX8" fmla="*/ 629217 w 9123612"/>
              <a:gd name="connsiteY8" fmla="*/ 6858000 h 6858000"/>
              <a:gd name="connsiteX9" fmla="*/ 2069397 w 9123612"/>
              <a:gd name="connsiteY9" fmla="*/ 3511550 h 6858000"/>
              <a:gd name="connsiteX10" fmla="*/ 8115867 w 9123612"/>
              <a:gd name="connsiteY10" fmla="*/ 0 h 6858000"/>
              <a:gd name="connsiteX11" fmla="*/ 9123612 w 9123612"/>
              <a:gd name="connsiteY11" fmla="*/ 0 h 6858000"/>
              <a:gd name="connsiteX12" fmla="*/ 9123612 w 9123612"/>
              <a:gd name="connsiteY12" fmla="*/ 3346450 h 6858000"/>
              <a:gd name="connsiteX13" fmla="*/ 6675687 w 9123612"/>
              <a:gd name="connsiteY13" fmla="*/ 3346450 h 6858000"/>
              <a:gd name="connsiteX14" fmla="*/ 8115867 w 9123612"/>
              <a:gd name="connsiteY14" fmla="*/ 0 h 6858000"/>
              <a:gd name="connsiteX15" fmla="*/ 5318057 w 9123612"/>
              <a:gd name="connsiteY15" fmla="*/ 0 h 6858000"/>
              <a:gd name="connsiteX16" fmla="*/ 7880917 w 9123612"/>
              <a:gd name="connsiteY16" fmla="*/ 0 h 6858000"/>
              <a:gd name="connsiteX17" fmla="*/ 4929437 w 9123612"/>
              <a:gd name="connsiteY17" fmla="*/ 6858000 h 6858000"/>
              <a:gd name="connsiteX18" fmla="*/ 2367847 w 9123612"/>
              <a:gd name="connsiteY18" fmla="*/ 6858000 h 6858000"/>
              <a:gd name="connsiteX19" fmla="*/ 5318057 w 9123612"/>
              <a:gd name="connsiteY19" fmla="*/ 0 h 6858000"/>
              <a:gd name="connsiteX20" fmla="*/ 3580697 w 9123612"/>
              <a:gd name="connsiteY20" fmla="*/ 0 h 6858000"/>
              <a:gd name="connsiteX21" fmla="*/ 5070407 w 9123612"/>
              <a:gd name="connsiteY21" fmla="*/ 0 h 6858000"/>
              <a:gd name="connsiteX22" fmla="*/ 3630227 w 9123612"/>
              <a:gd name="connsiteY22" fmla="*/ 3346450 h 6858000"/>
              <a:gd name="connsiteX23" fmla="*/ 2140517 w 9123612"/>
              <a:gd name="connsiteY23" fmla="*/ 3346450 h 6858000"/>
              <a:gd name="connsiteX24" fmla="*/ 3580697 w 9123612"/>
              <a:gd name="connsiteY24" fmla="*/ 0 h 6858000"/>
              <a:gd name="connsiteX25" fmla="*/ 154237 w 9123612"/>
              <a:gd name="connsiteY25" fmla="*/ 0 h 6858000"/>
              <a:gd name="connsiteX26" fmla="*/ 3349557 w 9123612"/>
              <a:gd name="connsiteY26" fmla="*/ 0 h 6858000"/>
              <a:gd name="connsiteX27" fmla="*/ 398077 w 9123612"/>
              <a:gd name="connsiteY27" fmla="*/ 6858000 h 6858000"/>
              <a:gd name="connsiteX28" fmla="*/ 0 w 9123612"/>
              <a:gd name="connsiteY28" fmla="*/ 6858000 h 6858000"/>
              <a:gd name="connsiteX29" fmla="*/ 154237 w 9123612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18625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18625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054197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054197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lnTo>
                  <a:pt x="6636589" y="351155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lnTo>
                  <a:pt x="2101419" y="351155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lnTo>
                  <a:pt x="8147889" y="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lnTo>
                  <a:pt x="5350079" y="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lnTo>
                  <a:pt x="3612719" y="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lnTo>
                  <a:pt x="2947249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10852" y="3369468"/>
            <a:ext cx="37224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021" y="1096344"/>
            <a:ext cx="10510754" cy="2281355"/>
          </a:xfrm>
        </p:spPr>
        <p:txBody>
          <a:bodyPr>
            <a:noAutofit/>
          </a:bodyPr>
          <a:lstStyle>
            <a:lvl1pPr algn="l">
              <a:defRPr sz="7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4843534-A750-4D01-BC62-26CD9AEA6A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0021" y="3773554"/>
            <a:ext cx="10090287" cy="1101897"/>
          </a:xfrm>
        </p:spPr>
        <p:txBody>
          <a:bodyPr>
            <a:noAutofit/>
          </a:bodyPr>
          <a:lstStyle>
            <a:lvl1pPr marL="0" indent="0" algn="l">
              <a:buNone/>
              <a:defRPr sz="3500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Tagline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F8E7B25A-0A4A-430B-903E-76193E2954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0021" y="5451784"/>
            <a:ext cx="4367531" cy="324417"/>
          </a:xfrm>
        </p:spPr>
        <p:txBody>
          <a:bodyPr>
            <a:noAutofit/>
          </a:bodyPr>
          <a:lstStyle>
            <a:lvl1pPr marL="0" indent="0" algn="l">
              <a:buNone/>
              <a:defRPr sz="2200" b="1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20XX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B88F3A2A-BD60-4F82-8064-8B157AF4DD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70021" y="5105536"/>
            <a:ext cx="4367531" cy="324417"/>
          </a:xfrm>
        </p:spPr>
        <p:txBody>
          <a:bodyPr>
            <a:noAutofit/>
          </a:bodyPr>
          <a:lstStyle>
            <a:lvl1pPr marL="0" indent="0" algn="l">
              <a:buNone/>
              <a:defRPr sz="22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Month</a:t>
            </a:r>
          </a:p>
        </p:txBody>
      </p:sp>
    </p:spTree>
    <p:extLst>
      <p:ext uri="{BB962C8B-B14F-4D97-AF65-F5344CB8AC3E}">
        <p14:creationId xmlns:p14="http://schemas.microsoft.com/office/powerpoint/2010/main" val="3768363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61FE90B3-361E-4150-BE53-368ADEA27D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130966"/>
            <a:ext cx="12192000" cy="6602574"/>
          </a:xfrm>
          <a:custGeom>
            <a:avLst/>
            <a:gdLst>
              <a:gd name="connsiteX0" fmla="*/ 5864259 w 12192000"/>
              <a:gd name="connsiteY0" fmla="*/ 2895444 h 6602574"/>
              <a:gd name="connsiteX1" fmla="*/ 5864259 w 12192000"/>
              <a:gd name="connsiteY1" fmla="*/ 5383374 h 6602574"/>
              <a:gd name="connsiteX2" fmla="*/ 0 w 12192000"/>
              <a:gd name="connsiteY2" fmla="*/ 6602574 h 6602574"/>
              <a:gd name="connsiteX3" fmla="*/ 0 w 12192000"/>
              <a:gd name="connsiteY3" fmla="*/ 4114644 h 6602574"/>
              <a:gd name="connsiteX4" fmla="*/ 12192000 w 12192000"/>
              <a:gd name="connsiteY4" fmla="*/ 2726690 h 6602574"/>
              <a:gd name="connsiteX5" fmla="*/ 12192000 w 12192000"/>
              <a:gd name="connsiteY5" fmla="*/ 5214620 h 6602574"/>
              <a:gd name="connsiteX6" fmla="*/ 6104805 w 12192000"/>
              <a:gd name="connsiteY6" fmla="*/ 6470494 h 6602574"/>
              <a:gd name="connsiteX7" fmla="*/ 6104805 w 12192000"/>
              <a:gd name="connsiteY7" fmla="*/ 3982564 h 6602574"/>
              <a:gd name="connsiteX8" fmla="*/ 12192000 w 12192000"/>
              <a:gd name="connsiteY8" fmla="*/ 0 h 6602574"/>
              <a:gd name="connsiteX9" fmla="*/ 12192000 w 12192000"/>
              <a:gd name="connsiteY9" fmla="*/ 2487923 h 6602574"/>
              <a:gd name="connsiteX10" fmla="*/ 6104805 w 12192000"/>
              <a:gd name="connsiteY10" fmla="*/ 3742534 h 6602574"/>
              <a:gd name="connsiteX11" fmla="*/ 6104805 w 12192000"/>
              <a:gd name="connsiteY11" fmla="*/ 1255874 h 6602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602574">
                <a:moveTo>
                  <a:pt x="5864259" y="2895444"/>
                </a:moveTo>
                <a:lnTo>
                  <a:pt x="5864259" y="5383374"/>
                </a:lnTo>
                <a:lnTo>
                  <a:pt x="0" y="6602574"/>
                </a:lnTo>
                <a:lnTo>
                  <a:pt x="0" y="4114644"/>
                </a:lnTo>
                <a:close/>
                <a:moveTo>
                  <a:pt x="12192000" y="2726690"/>
                </a:moveTo>
                <a:lnTo>
                  <a:pt x="12192000" y="5214620"/>
                </a:lnTo>
                <a:lnTo>
                  <a:pt x="6104805" y="6470494"/>
                </a:lnTo>
                <a:lnTo>
                  <a:pt x="6104805" y="3982564"/>
                </a:lnTo>
                <a:close/>
                <a:moveTo>
                  <a:pt x="12192000" y="0"/>
                </a:moveTo>
                <a:lnTo>
                  <a:pt x="12192000" y="2487923"/>
                </a:lnTo>
                <a:lnTo>
                  <a:pt x="6104805" y="3742534"/>
                </a:lnTo>
                <a:lnTo>
                  <a:pt x="6104805" y="125587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240" y="1033272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8AF4189-33DF-9B46-9624-C722FCE07D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2225392"/>
            <a:ext cx="4421856" cy="749047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3477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D8367A5-C050-47FB-A1BD-54CD13DE3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19738" y="0"/>
            <a:ext cx="6103621" cy="6858000"/>
          </a:xfrm>
          <a:custGeom>
            <a:avLst/>
            <a:gdLst>
              <a:gd name="connsiteX0" fmla="*/ 3914141 w 6103621"/>
              <a:gd name="connsiteY0" fmla="*/ 914400 h 6858000"/>
              <a:gd name="connsiteX1" fmla="*/ 6103621 w 6103621"/>
              <a:gd name="connsiteY1" fmla="*/ 914400 h 6858000"/>
              <a:gd name="connsiteX2" fmla="*/ 4339591 w 6103621"/>
              <a:gd name="connsiteY2" fmla="*/ 6858000 h 6858000"/>
              <a:gd name="connsiteX3" fmla="*/ 2150112 w 6103621"/>
              <a:gd name="connsiteY3" fmla="*/ 6858000 h 6858000"/>
              <a:gd name="connsiteX4" fmla="*/ 1769111 w 6103621"/>
              <a:gd name="connsiteY4" fmla="*/ 0 h 6858000"/>
              <a:gd name="connsiteX5" fmla="*/ 3958591 w 6103621"/>
              <a:gd name="connsiteY5" fmla="*/ 0 h 6858000"/>
              <a:gd name="connsiteX6" fmla="*/ 2189480 w 6103621"/>
              <a:gd name="connsiteY6" fmla="*/ 5943601 h 6858000"/>
              <a:gd name="connsiteX7" fmla="*/ 0 w 6103621"/>
              <a:gd name="connsiteY7" fmla="*/ 59436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3621" h="6858000">
                <a:moveTo>
                  <a:pt x="3914141" y="914400"/>
                </a:moveTo>
                <a:lnTo>
                  <a:pt x="6103621" y="914400"/>
                </a:lnTo>
                <a:lnTo>
                  <a:pt x="4339591" y="6858000"/>
                </a:lnTo>
                <a:lnTo>
                  <a:pt x="2150112" y="6858000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302F0820-F94A-40EF-B3BE-26CD0CB551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4032" y="3074529"/>
            <a:ext cx="4421856" cy="2588637"/>
          </a:xfrm>
        </p:spPr>
        <p:txBody>
          <a:bodyPr lIns="0"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3528AEE-54AB-4366-9576-BBA1CE5F3A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032746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1</a:t>
            </a:r>
            <a:endParaRPr lang="ru-RU" dirty="0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A1867536-E941-4FED-8B68-2609143C2A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2225392"/>
            <a:ext cx="4421856" cy="749047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39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B2044CCF-605D-4D6E-A41D-D6AED53B223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404811"/>
            <a:ext cx="6108872" cy="5485128"/>
          </a:xfrm>
          <a:custGeom>
            <a:avLst/>
            <a:gdLst>
              <a:gd name="connsiteX0" fmla="*/ 0 w 6108872"/>
              <a:gd name="connsiteY0" fmla="*/ 2203471 h 5485128"/>
              <a:gd name="connsiteX1" fmla="*/ 6108872 w 6108872"/>
              <a:gd name="connsiteY1" fmla="*/ 3505695 h 5485128"/>
              <a:gd name="connsiteX2" fmla="*/ 6108872 w 6108872"/>
              <a:gd name="connsiteY2" fmla="*/ 5485128 h 5485128"/>
              <a:gd name="connsiteX3" fmla="*/ 0 w 6108872"/>
              <a:gd name="connsiteY3" fmla="*/ 4182903 h 5485128"/>
              <a:gd name="connsiteX4" fmla="*/ 0 w 6108872"/>
              <a:gd name="connsiteY4" fmla="*/ 0 h 5485128"/>
              <a:gd name="connsiteX5" fmla="*/ 6108872 w 6108872"/>
              <a:gd name="connsiteY5" fmla="*/ 1302225 h 5485128"/>
              <a:gd name="connsiteX6" fmla="*/ 6108872 w 6108872"/>
              <a:gd name="connsiteY6" fmla="*/ 3281657 h 5485128"/>
              <a:gd name="connsiteX7" fmla="*/ 0 w 6108872"/>
              <a:gd name="connsiteY7" fmla="*/ 1979432 h 5485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8872" h="5485128">
                <a:moveTo>
                  <a:pt x="0" y="2203471"/>
                </a:moveTo>
                <a:lnTo>
                  <a:pt x="6108872" y="3505695"/>
                </a:lnTo>
                <a:lnTo>
                  <a:pt x="6108872" y="5485128"/>
                </a:lnTo>
                <a:lnTo>
                  <a:pt x="0" y="4182903"/>
                </a:lnTo>
                <a:close/>
                <a:moveTo>
                  <a:pt x="0" y="0"/>
                </a:moveTo>
                <a:lnTo>
                  <a:pt x="6108872" y="1302225"/>
                </a:lnTo>
                <a:lnTo>
                  <a:pt x="6108872" y="3281657"/>
                </a:lnTo>
                <a:lnTo>
                  <a:pt x="0" y="197943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E7F180F3-53B1-4A31-82A4-E6F9B5D8D8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81205" y="3090572"/>
            <a:ext cx="4421857" cy="2588637"/>
          </a:xfrm>
        </p:spPr>
        <p:txBody>
          <a:bodyPr lIns="0"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D523330-9E96-4C6E-B5A4-6B543D365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1206" y="1046140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2</a:t>
            </a:r>
            <a:endParaRPr lang="ru-R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A08F6B3-0ADA-4ECF-8D25-7DFE4A3641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81206" y="2241515"/>
            <a:ext cx="4421856" cy="749047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5CCECBFE-3C2B-4492-BCDA-1EFEB5E3E092}"/>
              </a:ext>
            </a:extLst>
          </p:cNvPr>
          <p:cNvSpPr/>
          <p:nvPr userDrawn="1"/>
        </p:nvSpPr>
        <p:spPr>
          <a:xfrm flipH="1">
            <a:off x="6980920" y="1947672"/>
            <a:ext cx="5220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3441B044-38F8-49ED-845B-5D926C811447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9193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3373955-AB5B-4186-8098-9DBA0AB2650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74031" y="2993041"/>
            <a:ext cx="4365625" cy="454353"/>
          </a:xfrm>
        </p:spPr>
        <p:txBody>
          <a:bodyPr>
            <a:noAutofit/>
          </a:bodyPr>
          <a:lstStyle>
            <a:lvl1pPr marL="0" indent="0">
              <a:buNone/>
              <a:defRPr sz="27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3A3472E-32B4-4CAD-B5D0-420AA3FB4CE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627120" y="2993041"/>
            <a:ext cx="4365625" cy="454353"/>
          </a:xfrm>
        </p:spPr>
        <p:txBody>
          <a:bodyPr>
            <a:noAutofit/>
          </a:bodyPr>
          <a:lstStyle>
            <a:lvl1pPr marL="0" indent="0">
              <a:buNone/>
              <a:defRPr sz="27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2 title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1AEED068-3EA0-4BF4-875C-02473E9EB0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4032" y="3563411"/>
            <a:ext cx="4365625" cy="2333625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3590B9DA-A2DF-4AE1-9A98-C7B84F48C3A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7121" y="3563411"/>
            <a:ext cx="4365625" cy="2333625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033272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2221992"/>
            <a:ext cx="10218713" cy="665713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5E78F6F2-1702-E74A-86B2-0C42A30F3378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0372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-12700" y="-12700"/>
            <a:ext cx="12217400" cy="6883400"/>
            <a:chOff x="-12700" y="-12700"/>
            <a:chExt cx="12217400" cy="68834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542021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Chart Placeholder 18">
            <a:extLst>
              <a:ext uri="{FF2B5EF4-FFF2-40B4-BE49-F238E27FC236}">
                <a16:creationId xmlns:a16="http://schemas.microsoft.com/office/drawing/2014/main" id="{68B512F2-EA3E-483F-B5D4-29DFD6C37B36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6096001" y="1246188"/>
            <a:ext cx="5170034" cy="43656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chart</a:t>
            </a:r>
            <a:endParaRPr lang="ru-R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D58E79F-20BB-644D-8C49-25B57E347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317173"/>
            <a:ext cx="2825496" cy="1524185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CHART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EF8E92E6-C1C9-854A-93EE-FD201AF050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3198228"/>
            <a:ext cx="2825496" cy="2154741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Graphic 15">
            <a:extLst>
              <a:ext uri="{FF2B5EF4-FFF2-40B4-BE49-F238E27FC236}">
                <a16:creationId xmlns:a16="http://schemas.microsoft.com/office/drawing/2014/main" id="{C1F625F0-F98F-D244-9020-86C86C287112}"/>
              </a:ext>
            </a:extLst>
          </p:cNvPr>
          <p:cNvSpPr/>
          <p:nvPr userDrawn="1"/>
        </p:nvSpPr>
        <p:spPr>
          <a:xfrm>
            <a:off x="-11173" y="2899869"/>
            <a:ext cx="2628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148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317173"/>
            <a:ext cx="2825496" cy="1524185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TABLE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3198228"/>
            <a:ext cx="2825496" cy="2154741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Graphic 15">
            <a:extLst>
              <a:ext uri="{FF2B5EF4-FFF2-40B4-BE49-F238E27FC236}">
                <a16:creationId xmlns:a16="http://schemas.microsoft.com/office/drawing/2014/main" id="{C8EF6174-FF5D-41C2-BF6B-9D6ECB281A1D}"/>
              </a:ext>
            </a:extLst>
          </p:cNvPr>
          <p:cNvSpPr/>
          <p:nvPr userDrawn="1"/>
        </p:nvSpPr>
        <p:spPr>
          <a:xfrm>
            <a:off x="-11173" y="2899869"/>
            <a:ext cx="2628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Table Placeholder 17">
            <a:extLst>
              <a:ext uri="{FF2B5EF4-FFF2-40B4-BE49-F238E27FC236}">
                <a16:creationId xmlns:a16="http://schemas.microsoft.com/office/drawing/2014/main" id="{D45BCEDF-86BB-41E2-9F09-5D3014AD1C45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4715791" y="1591499"/>
            <a:ext cx="6561138" cy="3761069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3773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694C388-14E9-4848-A715-72B7DC6AF5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701" y="0"/>
            <a:ext cx="12161519" cy="6858000"/>
          </a:xfrm>
          <a:custGeom>
            <a:avLst/>
            <a:gdLst>
              <a:gd name="connsiteX0" fmla="*/ 12161519 w 12161519"/>
              <a:gd name="connsiteY0" fmla="*/ 638810 h 6858000"/>
              <a:gd name="connsiteX1" fmla="*/ 12161519 w 12161519"/>
              <a:gd name="connsiteY1" fmla="*/ 1922780 h 6858000"/>
              <a:gd name="connsiteX2" fmla="*/ 9531350 w 12161519"/>
              <a:gd name="connsiteY2" fmla="*/ 6858000 h 6858000"/>
              <a:gd name="connsiteX3" fmla="*/ 8846819 w 12161519"/>
              <a:gd name="connsiteY3" fmla="*/ 6858000 h 6858000"/>
              <a:gd name="connsiteX4" fmla="*/ 10704830 w 12161519"/>
              <a:gd name="connsiteY4" fmla="*/ 0 h 6858000"/>
              <a:gd name="connsiteX5" fmla="*/ 12161519 w 12161519"/>
              <a:gd name="connsiteY5" fmla="*/ 0 h 6858000"/>
              <a:gd name="connsiteX6" fmla="*/ 12161519 w 12161519"/>
              <a:gd name="connsiteY6" fmla="*/ 234950 h 6858000"/>
              <a:gd name="connsiteX7" fmla="*/ 8632190 w 12161519"/>
              <a:gd name="connsiteY7" fmla="*/ 6858000 h 6858000"/>
              <a:gd name="connsiteX8" fmla="*/ 7049770 w 12161519"/>
              <a:gd name="connsiteY8" fmla="*/ 6858000 h 6858000"/>
              <a:gd name="connsiteX9" fmla="*/ 5320030 w 12161519"/>
              <a:gd name="connsiteY9" fmla="*/ 0 h 6858000"/>
              <a:gd name="connsiteX10" fmla="*/ 10476230 w 12161519"/>
              <a:gd name="connsiteY10" fmla="*/ 0 h 6858000"/>
              <a:gd name="connsiteX11" fmla="*/ 6822440 w 12161519"/>
              <a:gd name="connsiteY11" fmla="*/ 6858000 h 6858000"/>
              <a:gd name="connsiteX12" fmla="*/ 1664970 w 12161519"/>
              <a:gd name="connsiteY12" fmla="*/ 6858000 h 6858000"/>
              <a:gd name="connsiteX13" fmla="*/ 3529330 w 12161519"/>
              <a:gd name="connsiteY13" fmla="*/ 0 h 6858000"/>
              <a:gd name="connsiteX14" fmla="*/ 5111750 w 12161519"/>
              <a:gd name="connsiteY14" fmla="*/ 0 h 6858000"/>
              <a:gd name="connsiteX15" fmla="*/ 1456690 w 12161519"/>
              <a:gd name="connsiteY15" fmla="*/ 6858000 h 6858000"/>
              <a:gd name="connsiteX16" fmla="*/ 0 w 12161519"/>
              <a:gd name="connsiteY16" fmla="*/ 6858000 h 6858000"/>
              <a:gd name="connsiteX17" fmla="*/ 0 w 12161519"/>
              <a:gd name="connsiteY17" fmla="*/ 6623050 h 6858000"/>
              <a:gd name="connsiteX18" fmla="*/ 2630170 w 12161519"/>
              <a:gd name="connsiteY18" fmla="*/ 0 h 6858000"/>
              <a:gd name="connsiteX19" fmla="*/ 3314700 w 12161519"/>
              <a:gd name="connsiteY19" fmla="*/ 0 h 6858000"/>
              <a:gd name="connsiteX20" fmla="*/ 0 w 12161519"/>
              <a:gd name="connsiteY20" fmla="*/ 6219190 h 6858000"/>
              <a:gd name="connsiteX21" fmla="*/ 0 w 12161519"/>
              <a:gd name="connsiteY21" fmla="*/ 49352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61519" h="6858000">
                <a:moveTo>
                  <a:pt x="12161519" y="638810"/>
                </a:moveTo>
                <a:lnTo>
                  <a:pt x="12161519" y="1922780"/>
                </a:lnTo>
                <a:lnTo>
                  <a:pt x="9531350" y="6858000"/>
                </a:lnTo>
                <a:lnTo>
                  <a:pt x="8846819" y="6858000"/>
                </a:lnTo>
                <a:close/>
                <a:moveTo>
                  <a:pt x="10704830" y="0"/>
                </a:moveTo>
                <a:lnTo>
                  <a:pt x="12161519" y="0"/>
                </a:lnTo>
                <a:lnTo>
                  <a:pt x="12161519" y="234950"/>
                </a:lnTo>
                <a:lnTo>
                  <a:pt x="8632190" y="6858000"/>
                </a:lnTo>
                <a:lnTo>
                  <a:pt x="7049770" y="6858000"/>
                </a:lnTo>
                <a:close/>
                <a:moveTo>
                  <a:pt x="5320030" y="0"/>
                </a:moveTo>
                <a:lnTo>
                  <a:pt x="10476230" y="0"/>
                </a:lnTo>
                <a:lnTo>
                  <a:pt x="6822440" y="6858000"/>
                </a:lnTo>
                <a:lnTo>
                  <a:pt x="1664970" y="6858000"/>
                </a:lnTo>
                <a:close/>
                <a:moveTo>
                  <a:pt x="3529330" y="0"/>
                </a:moveTo>
                <a:lnTo>
                  <a:pt x="5111750" y="0"/>
                </a:lnTo>
                <a:lnTo>
                  <a:pt x="1456690" y="6858000"/>
                </a:lnTo>
                <a:lnTo>
                  <a:pt x="0" y="6858000"/>
                </a:lnTo>
                <a:lnTo>
                  <a:pt x="0" y="6623050"/>
                </a:lnTo>
                <a:close/>
                <a:moveTo>
                  <a:pt x="2630170" y="0"/>
                </a:moveTo>
                <a:lnTo>
                  <a:pt x="3314700" y="0"/>
                </a:lnTo>
                <a:lnTo>
                  <a:pt x="0" y="6219190"/>
                </a:lnTo>
                <a:lnTo>
                  <a:pt x="0" y="493522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FD7B55F-CFD3-4921-BB2A-B14EB4E363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033272"/>
            <a:ext cx="10514998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IMAGE 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932204AA-73EE-4F85-898B-E747C5ACC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1880794"/>
            <a:ext cx="10518598" cy="78263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Graphic 4">
            <a:extLst>
              <a:ext uri="{FF2B5EF4-FFF2-40B4-BE49-F238E27FC236}">
                <a16:creationId xmlns:a16="http://schemas.microsoft.com/office/drawing/2014/main" id="{38541361-4795-490E-8165-B4A338F8231D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2E78DA-7F75-294B-AECF-F02F6C41615D}"/>
              </a:ext>
            </a:extLst>
          </p:cNvPr>
          <p:cNvSpPr txBox="1"/>
          <p:nvPr userDrawn="1"/>
        </p:nvSpPr>
        <p:spPr>
          <a:xfrm>
            <a:off x="327546" y="30025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272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F5D581-F5B0-4701-B187-0D4FAB44900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ru-RU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E5F41AB-E2B9-45DD-B1C7-9F4DBA4946B9}"/>
              </a:ext>
            </a:extLst>
          </p:cNvPr>
          <p:cNvSpPr/>
          <p:nvPr userDrawn="1"/>
        </p:nvSpPr>
        <p:spPr>
          <a:xfrm>
            <a:off x="2445759" y="-12700"/>
            <a:ext cx="7289800" cy="6883400"/>
          </a:xfrm>
          <a:custGeom>
            <a:avLst/>
            <a:gdLst>
              <a:gd name="connsiteX0" fmla="*/ 5063490 w 7289800"/>
              <a:gd name="connsiteY0" fmla="*/ 12700 h 6883400"/>
              <a:gd name="connsiteX1" fmla="*/ 2499360 w 7289800"/>
              <a:gd name="connsiteY1" fmla="*/ 6870700 h 6883400"/>
              <a:gd name="connsiteX2" fmla="*/ 4721860 w 7289800"/>
              <a:gd name="connsiteY2" fmla="*/ 6870700 h 6883400"/>
              <a:gd name="connsiteX3" fmla="*/ 7285990 w 7289800"/>
              <a:gd name="connsiteY3" fmla="*/ 12700 h 6883400"/>
              <a:gd name="connsiteX4" fmla="*/ 5063490 w 7289800"/>
              <a:gd name="connsiteY4" fmla="*/ 12700 h 6883400"/>
              <a:gd name="connsiteX5" fmla="*/ 12700 w 7289800"/>
              <a:gd name="connsiteY5" fmla="*/ 6870700 h 6883400"/>
              <a:gd name="connsiteX6" fmla="*/ 2235200 w 7289800"/>
              <a:gd name="connsiteY6" fmla="*/ 6870700 h 6883400"/>
              <a:gd name="connsiteX7" fmla="*/ 4799331 w 7289800"/>
              <a:gd name="connsiteY7" fmla="*/ 12700 h 6883400"/>
              <a:gd name="connsiteX8" fmla="*/ 2576830 w 7289800"/>
              <a:gd name="connsiteY8" fmla="*/ 12700 h 6883400"/>
              <a:gd name="connsiteX9" fmla="*/ 12700 w 7289800"/>
              <a:gd name="connsiteY9" fmla="*/ 6870700 h 68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89800" h="6883400">
                <a:moveTo>
                  <a:pt x="5063490" y="12700"/>
                </a:moveTo>
                <a:lnTo>
                  <a:pt x="2499360" y="6870700"/>
                </a:lnTo>
                <a:lnTo>
                  <a:pt x="4721860" y="6870700"/>
                </a:lnTo>
                <a:lnTo>
                  <a:pt x="7285990" y="12700"/>
                </a:lnTo>
                <a:lnTo>
                  <a:pt x="5063490" y="12700"/>
                </a:lnTo>
                <a:close/>
                <a:moveTo>
                  <a:pt x="12700" y="6870700"/>
                </a:moveTo>
                <a:lnTo>
                  <a:pt x="2235200" y="6870700"/>
                </a:lnTo>
                <a:lnTo>
                  <a:pt x="4799331" y="12700"/>
                </a:lnTo>
                <a:lnTo>
                  <a:pt x="2576830" y="12700"/>
                </a:lnTo>
                <a:lnTo>
                  <a:pt x="12700" y="68707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56579"/>
            <a:ext cx="105156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VIDEO SLIDE</a:t>
            </a:r>
            <a:endParaRPr lang="ru-RU" dirty="0"/>
          </a:p>
        </p:txBody>
      </p:sp>
      <p:sp>
        <p:nvSpPr>
          <p:cNvPr id="16" name="Media Placeholder 7">
            <a:extLst>
              <a:ext uri="{FF2B5EF4-FFF2-40B4-BE49-F238E27FC236}">
                <a16:creationId xmlns:a16="http://schemas.microsoft.com/office/drawing/2014/main" id="{A11F77F4-4B16-4503-B9B6-AE22C686E3E3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1395984" y="1497770"/>
            <a:ext cx="9400032" cy="4215384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media</a:t>
            </a:r>
            <a:endParaRPr lang="ru-RU" dirty="0"/>
          </a:p>
        </p:txBody>
      </p:sp>
      <p:sp>
        <p:nvSpPr>
          <p:cNvPr id="12" name="Graphic 4">
            <a:extLst>
              <a:ext uri="{FF2B5EF4-FFF2-40B4-BE49-F238E27FC236}">
                <a16:creationId xmlns:a16="http://schemas.microsoft.com/office/drawing/2014/main" id="{C7654E36-50FF-425E-B595-F3957610B5D8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9738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8BA6D96-EFE3-4743-8FB5-544E9692D11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" y="0"/>
            <a:ext cx="9155429" cy="6858000"/>
          </a:xfrm>
          <a:custGeom>
            <a:avLst/>
            <a:gdLst>
              <a:gd name="connsiteX0" fmla="*/ 5490209 w 9155429"/>
              <a:gd name="connsiteY0" fmla="*/ 3511550 h 6858000"/>
              <a:gd name="connsiteX1" fmla="*/ 6979919 w 9155429"/>
              <a:gd name="connsiteY1" fmla="*/ 3511550 h 6858000"/>
              <a:gd name="connsiteX2" fmla="*/ 5541009 w 9155429"/>
              <a:gd name="connsiteY2" fmla="*/ 6858000 h 6858000"/>
              <a:gd name="connsiteX3" fmla="*/ 4050029 w 9155429"/>
              <a:gd name="connsiteY3" fmla="*/ 6858000 h 6858000"/>
              <a:gd name="connsiteX4" fmla="*/ 0 w 9155429"/>
              <a:gd name="connsiteY4" fmla="*/ 3511550 h 6858000"/>
              <a:gd name="connsiteX5" fmla="*/ 2444750 w 9155429"/>
              <a:gd name="connsiteY5" fmla="*/ 3511550 h 6858000"/>
              <a:gd name="connsiteX6" fmla="*/ 1004570 w 9155429"/>
              <a:gd name="connsiteY6" fmla="*/ 6858000 h 6858000"/>
              <a:gd name="connsiteX7" fmla="*/ 0 w 9155429"/>
              <a:gd name="connsiteY7" fmla="*/ 6858000 h 6858000"/>
              <a:gd name="connsiteX8" fmla="*/ 7001509 w 9155429"/>
              <a:gd name="connsiteY8" fmla="*/ 1 h 6858000"/>
              <a:gd name="connsiteX9" fmla="*/ 8491219 w 9155429"/>
              <a:gd name="connsiteY9" fmla="*/ 1 h 6858000"/>
              <a:gd name="connsiteX10" fmla="*/ 7051039 w 9155429"/>
              <a:gd name="connsiteY10" fmla="*/ 3346450 h 6858000"/>
              <a:gd name="connsiteX11" fmla="*/ 5561329 w 9155429"/>
              <a:gd name="connsiteY11" fmla="*/ 3346450 h 6858000"/>
              <a:gd name="connsiteX12" fmla="*/ 8722359 w 9155429"/>
              <a:gd name="connsiteY12" fmla="*/ 0 h 6858000"/>
              <a:gd name="connsiteX13" fmla="*/ 9155429 w 9155429"/>
              <a:gd name="connsiteY13" fmla="*/ 0 h 6858000"/>
              <a:gd name="connsiteX14" fmla="*/ 6203949 w 9155429"/>
              <a:gd name="connsiteY14" fmla="*/ 6858000 h 6858000"/>
              <a:gd name="connsiteX15" fmla="*/ 5772149 w 9155429"/>
              <a:gd name="connsiteY15" fmla="*/ 6858000 h 6858000"/>
              <a:gd name="connsiteX16" fmla="*/ 4190999 w 9155429"/>
              <a:gd name="connsiteY16" fmla="*/ 0 h 6858000"/>
              <a:gd name="connsiteX17" fmla="*/ 6753859 w 9155429"/>
              <a:gd name="connsiteY17" fmla="*/ 0 h 6858000"/>
              <a:gd name="connsiteX18" fmla="*/ 3802379 w 9155429"/>
              <a:gd name="connsiteY18" fmla="*/ 6858000 h 6858000"/>
              <a:gd name="connsiteX19" fmla="*/ 1239520 w 9155429"/>
              <a:gd name="connsiteY19" fmla="*/ 6858000 h 6858000"/>
              <a:gd name="connsiteX20" fmla="*/ 0 w 9155429"/>
              <a:gd name="connsiteY20" fmla="*/ 0 h 6858000"/>
              <a:gd name="connsiteX21" fmla="*/ 3956050 w 9155429"/>
              <a:gd name="connsiteY21" fmla="*/ 0 h 6858000"/>
              <a:gd name="connsiteX22" fmla="*/ 2515869 w 9155429"/>
              <a:gd name="connsiteY22" fmla="*/ 3346450 h 6858000"/>
              <a:gd name="connsiteX23" fmla="*/ 0 w 9155429"/>
              <a:gd name="connsiteY23" fmla="*/ 33464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429" h="6858000">
                <a:moveTo>
                  <a:pt x="5490209" y="3511550"/>
                </a:moveTo>
                <a:lnTo>
                  <a:pt x="6979919" y="3511550"/>
                </a:lnTo>
                <a:lnTo>
                  <a:pt x="5541009" y="6858000"/>
                </a:lnTo>
                <a:lnTo>
                  <a:pt x="4050029" y="6858000"/>
                </a:lnTo>
                <a:close/>
                <a:moveTo>
                  <a:pt x="0" y="3511550"/>
                </a:moveTo>
                <a:lnTo>
                  <a:pt x="2444750" y="3511550"/>
                </a:lnTo>
                <a:lnTo>
                  <a:pt x="1004570" y="6858000"/>
                </a:lnTo>
                <a:lnTo>
                  <a:pt x="0" y="6858000"/>
                </a:lnTo>
                <a:close/>
                <a:moveTo>
                  <a:pt x="7001509" y="1"/>
                </a:moveTo>
                <a:lnTo>
                  <a:pt x="8491219" y="1"/>
                </a:lnTo>
                <a:lnTo>
                  <a:pt x="7051039" y="3346450"/>
                </a:lnTo>
                <a:lnTo>
                  <a:pt x="5561329" y="3346450"/>
                </a:lnTo>
                <a:close/>
                <a:moveTo>
                  <a:pt x="8722359" y="0"/>
                </a:moveTo>
                <a:lnTo>
                  <a:pt x="9155429" y="0"/>
                </a:lnTo>
                <a:lnTo>
                  <a:pt x="6203949" y="6858000"/>
                </a:lnTo>
                <a:lnTo>
                  <a:pt x="5772149" y="6858000"/>
                </a:lnTo>
                <a:close/>
                <a:moveTo>
                  <a:pt x="4190999" y="0"/>
                </a:moveTo>
                <a:lnTo>
                  <a:pt x="6753859" y="0"/>
                </a:lnTo>
                <a:lnTo>
                  <a:pt x="3802379" y="6858000"/>
                </a:lnTo>
                <a:lnTo>
                  <a:pt x="1239520" y="6858000"/>
                </a:lnTo>
                <a:close/>
                <a:moveTo>
                  <a:pt x="0" y="0"/>
                </a:moveTo>
                <a:lnTo>
                  <a:pt x="3956050" y="0"/>
                </a:lnTo>
                <a:lnTo>
                  <a:pt x="2515869" y="3346450"/>
                </a:lnTo>
                <a:lnTo>
                  <a:pt x="0" y="334645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14" name="Graphic 19">
            <a:extLst>
              <a:ext uri="{FF2B5EF4-FFF2-40B4-BE49-F238E27FC236}">
                <a16:creationId xmlns:a16="http://schemas.microsoft.com/office/drawing/2014/main" id="{97347B99-304D-468D-B6F0-9D59E6077A64}"/>
              </a:ext>
            </a:extLst>
          </p:cNvPr>
          <p:cNvSpPr/>
          <p:nvPr userDrawn="1"/>
        </p:nvSpPr>
        <p:spPr>
          <a:xfrm flipH="1">
            <a:off x="9004387" y="3285679"/>
            <a:ext cx="3191256" cy="146304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B615286-AF88-4751-9BF6-3F030092F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2372" y="973512"/>
            <a:ext cx="4183939" cy="2281355"/>
          </a:xfrm>
        </p:spPr>
        <p:txBody>
          <a:bodyPr>
            <a:noAutofit/>
          </a:bodyPr>
          <a:lstStyle>
            <a:lvl1pPr algn="r">
              <a:defRPr sz="7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YOU!</a:t>
            </a:r>
            <a:endParaRPr lang="ru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E15D97E-2723-48C3-B835-65DB0286DB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0540" y="3675708"/>
            <a:ext cx="3135771" cy="1101897"/>
          </a:xfrm>
        </p:spPr>
        <p:txBody>
          <a:bodyPr>
            <a:noAutofit/>
          </a:bodyPr>
          <a:lstStyle>
            <a:lvl1pPr marL="0" indent="0" algn="r">
              <a:buNone/>
              <a:defRPr sz="3500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Alexander</a:t>
            </a:r>
            <a:br>
              <a:rPr lang="en-US" dirty="0"/>
            </a:br>
            <a:r>
              <a:rPr lang="en-US" dirty="0" err="1"/>
              <a:t>Martensson</a:t>
            </a:r>
            <a:endParaRPr lang="en-US" dirty="0"/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4D45CEBA-121A-426A-897A-9E3CDC5F5C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08780" y="5019264"/>
            <a:ext cx="4367531" cy="474519"/>
          </a:xfrm>
        </p:spPr>
        <p:txBody>
          <a:bodyPr>
            <a:noAutofit/>
          </a:bodyPr>
          <a:lstStyle>
            <a:lvl1pPr marL="0" indent="0" algn="r">
              <a:buNone/>
              <a:defRPr sz="22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678-555-0128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767B0C7-7BD9-4BF1-8D3D-91DED23803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8780" y="4805882"/>
            <a:ext cx="4367531" cy="288000"/>
          </a:xfrm>
        </p:spPr>
        <p:txBody>
          <a:bodyPr>
            <a:noAutofit/>
          </a:bodyPr>
          <a:lstStyle>
            <a:lvl1pPr marL="0" indent="0" algn="r">
              <a:buNone/>
              <a:defRPr sz="14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6B74744-5435-47DD-B65F-16D8E7AC15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5755" y="5685822"/>
            <a:ext cx="5920556" cy="474519"/>
          </a:xfrm>
        </p:spPr>
        <p:txBody>
          <a:bodyPr>
            <a:noAutofit/>
          </a:bodyPr>
          <a:lstStyle>
            <a:lvl1pPr marL="0" indent="0" algn="r">
              <a:buNone/>
              <a:defRPr sz="22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martensson@example.com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20815411-0E43-4B6B-92C7-6E312091AB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08780" y="5466001"/>
            <a:ext cx="4367531" cy="288000"/>
          </a:xfrm>
        </p:spPr>
        <p:txBody>
          <a:bodyPr>
            <a:noAutofit/>
          </a:bodyPr>
          <a:lstStyle>
            <a:lvl1pPr marL="0" indent="0" algn="r">
              <a:buNone/>
              <a:defRPr sz="14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2153193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43AF0D-28CB-4D3A-A944-CE3DCAAC5657}"/>
              </a:ext>
            </a:extLst>
          </p:cNvPr>
          <p:cNvSpPr/>
          <p:nvPr userDrawn="1"/>
        </p:nvSpPr>
        <p:spPr>
          <a:xfrm>
            <a:off x="3033191" y="0"/>
            <a:ext cx="9155634" cy="6858000"/>
          </a:xfrm>
          <a:custGeom>
            <a:avLst/>
            <a:gdLst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2101419 w 9155634"/>
              <a:gd name="connsiteY4" fmla="*/ 3511550 h 6858000"/>
              <a:gd name="connsiteX5" fmla="*/ 3591129 w 9155634"/>
              <a:gd name="connsiteY5" fmla="*/ 3511550 h 6858000"/>
              <a:gd name="connsiteX6" fmla="*/ 2150949 w 9155634"/>
              <a:gd name="connsiteY6" fmla="*/ 6858000 h 6858000"/>
              <a:gd name="connsiteX7" fmla="*/ 661239 w 9155634"/>
              <a:gd name="connsiteY7" fmla="*/ 6858000 h 6858000"/>
              <a:gd name="connsiteX8" fmla="*/ 8147889 w 9155634"/>
              <a:gd name="connsiteY8" fmla="*/ 0 h 6858000"/>
              <a:gd name="connsiteX9" fmla="*/ 9155634 w 9155634"/>
              <a:gd name="connsiteY9" fmla="*/ 0 h 6858000"/>
              <a:gd name="connsiteX10" fmla="*/ 9155634 w 9155634"/>
              <a:gd name="connsiteY10" fmla="*/ 3346450 h 6858000"/>
              <a:gd name="connsiteX11" fmla="*/ 6707709 w 9155634"/>
              <a:gd name="connsiteY11" fmla="*/ 3346450 h 6858000"/>
              <a:gd name="connsiteX12" fmla="*/ 5350079 w 9155634"/>
              <a:gd name="connsiteY12" fmla="*/ 0 h 6858000"/>
              <a:gd name="connsiteX13" fmla="*/ 7912939 w 9155634"/>
              <a:gd name="connsiteY13" fmla="*/ 0 h 6858000"/>
              <a:gd name="connsiteX14" fmla="*/ 4961459 w 9155634"/>
              <a:gd name="connsiteY14" fmla="*/ 6858000 h 6858000"/>
              <a:gd name="connsiteX15" fmla="*/ 2399869 w 9155634"/>
              <a:gd name="connsiteY15" fmla="*/ 6858000 h 6858000"/>
              <a:gd name="connsiteX16" fmla="*/ 3612719 w 9155634"/>
              <a:gd name="connsiteY16" fmla="*/ 0 h 6858000"/>
              <a:gd name="connsiteX17" fmla="*/ 5102429 w 9155634"/>
              <a:gd name="connsiteY17" fmla="*/ 0 h 6858000"/>
              <a:gd name="connsiteX18" fmla="*/ 3662249 w 9155634"/>
              <a:gd name="connsiteY18" fmla="*/ 3346450 h 6858000"/>
              <a:gd name="connsiteX19" fmla="*/ 2172539 w 9155634"/>
              <a:gd name="connsiteY19" fmla="*/ 3346450 h 6858000"/>
              <a:gd name="connsiteX20" fmla="*/ 2947249 w 9155634"/>
              <a:gd name="connsiteY20" fmla="*/ 0 h 6858000"/>
              <a:gd name="connsiteX21" fmla="*/ 3381579 w 9155634"/>
              <a:gd name="connsiteY21" fmla="*/ 0 h 6858000"/>
              <a:gd name="connsiteX22" fmla="*/ 430099 w 9155634"/>
              <a:gd name="connsiteY22" fmla="*/ 6858000 h 6858000"/>
              <a:gd name="connsiteX23" fmla="*/ 0 w 9155634"/>
              <a:gd name="connsiteY2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10852" y="3369468"/>
            <a:ext cx="37224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021" y="1096344"/>
            <a:ext cx="10510754" cy="2281355"/>
          </a:xfrm>
        </p:spPr>
        <p:txBody>
          <a:bodyPr>
            <a:noAutofit/>
          </a:bodyPr>
          <a:lstStyle>
            <a:lvl1pPr algn="l">
              <a:defRPr sz="7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046DF3F-8EBA-4583-9F19-45C979FDA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0021" y="3773554"/>
            <a:ext cx="10090287" cy="110189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3500" b="0" i="0"/>
            </a:lvl1pPr>
          </a:lstStyle>
          <a:p>
            <a:pPr marL="228600" lvl="0" indent="-22860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46741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82713AA-FAF7-4D64-AB9D-53ACFDBF8B5B}"/>
              </a:ext>
            </a:extLst>
          </p:cNvPr>
          <p:cNvSpPr/>
          <p:nvPr userDrawn="1"/>
        </p:nvSpPr>
        <p:spPr>
          <a:xfrm>
            <a:off x="-1" y="172278"/>
            <a:ext cx="12192000" cy="6559826"/>
          </a:xfrm>
          <a:custGeom>
            <a:avLst/>
            <a:gdLst>
              <a:gd name="connsiteX0" fmla="*/ 5864259 w 12192000"/>
              <a:gd name="connsiteY0" fmla="*/ 2854132 h 6559826"/>
              <a:gd name="connsiteX1" fmla="*/ 5864259 w 12192000"/>
              <a:gd name="connsiteY1" fmla="*/ 5342062 h 6559826"/>
              <a:gd name="connsiteX2" fmla="*/ 6907 w 12192000"/>
              <a:gd name="connsiteY2" fmla="*/ 6559826 h 6559826"/>
              <a:gd name="connsiteX3" fmla="*/ 0 w 12192000"/>
              <a:gd name="connsiteY3" fmla="*/ 6559826 h 6559826"/>
              <a:gd name="connsiteX4" fmla="*/ 0 w 12192000"/>
              <a:gd name="connsiteY4" fmla="*/ 4073332 h 6559826"/>
              <a:gd name="connsiteX5" fmla="*/ 12192000 w 12192000"/>
              <a:gd name="connsiteY5" fmla="*/ 2685378 h 6559826"/>
              <a:gd name="connsiteX6" fmla="*/ 12192000 w 12192000"/>
              <a:gd name="connsiteY6" fmla="*/ 5173308 h 6559826"/>
              <a:gd name="connsiteX7" fmla="*/ 6104805 w 12192000"/>
              <a:gd name="connsiteY7" fmla="*/ 6429182 h 6559826"/>
              <a:gd name="connsiteX8" fmla="*/ 6104805 w 12192000"/>
              <a:gd name="connsiteY8" fmla="*/ 3941252 h 6559826"/>
              <a:gd name="connsiteX9" fmla="*/ 11991762 w 12192000"/>
              <a:gd name="connsiteY9" fmla="*/ 0 h 6559826"/>
              <a:gd name="connsiteX10" fmla="*/ 12192000 w 12192000"/>
              <a:gd name="connsiteY10" fmla="*/ 0 h 6559826"/>
              <a:gd name="connsiteX11" fmla="*/ 12192000 w 12192000"/>
              <a:gd name="connsiteY11" fmla="*/ 2446611 h 6559826"/>
              <a:gd name="connsiteX12" fmla="*/ 6104805 w 12192000"/>
              <a:gd name="connsiteY12" fmla="*/ 3701222 h 6559826"/>
              <a:gd name="connsiteX13" fmla="*/ 6104805 w 12192000"/>
              <a:gd name="connsiteY13" fmla="*/ 1214562 h 655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559826">
                <a:moveTo>
                  <a:pt x="5864259" y="2854132"/>
                </a:moveTo>
                <a:lnTo>
                  <a:pt x="5864259" y="5342062"/>
                </a:lnTo>
                <a:lnTo>
                  <a:pt x="6907" y="6559826"/>
                </a:lnTo>
                <a:lnTo>
                  <a:pt x="0" y="6559826"/>
                </a:lnTo>
                <a:lnTo>
                  <a:pt x="0" y="4073332"/>
                </a:lnTo>
                <a:close/>
                <a:moveTo>
                  <a:pt x="12192000" y="2685378"/>
                </a:moveTo>
                <a:lnTo>
                  <a:pt x="12192000" y="5173308"/>
                </a:lnTo>
                <a:lnTo>
                  <a:pt x="6104805" y="6429182"/>
                </a:lnTo>
                <a:lnTo>
                  <a:pt x="6104805" y="3941252"/>
                </a:lnTo>
                <a:close/>
                <a:moveTo>
                  <a:pt x="11991762" y="0"/>
                </a:moveTo>
                <a:lnTo>
                  <a:pt x="12192000" y="0"/>
                </a:lnTo>
                <a:lnTo>
                  <a:pt x="12192000" y="2446611"/>
                </a:lnTo>
                <a:lnTo>
                  <a:pt x="6104805" y="3701222"/>
                </a:lnTo>
                <a:lnTo>
                  <a:pt x="6104805" y="1214562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240" y="1033272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3B87DE7-6A4B-4A0E-8622-C9BA93F0B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2225393"/>
            <a:ext cx="5110693" cy="7826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/>
            </a:lvl1pPr>
          </a:lstStyle>
          <a:p>
            <a:pPr marL="228600" lvl="0" indent="-22860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2388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799919-7F2B-44B7-BF0B-B0CE733AC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7755"/>
            <a:ext cx="10515600" cy="389920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123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460D6CB-9BA0-4BA9-9CF5-9D21E9F57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77755"/>
            <a:ext cx="5181600" cy="3899207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B0DDB5D-8949-4E45-A7CD-0402580BB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77755"/>
            <a:ext cx="5181600" cy="389920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0607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2C817C4-D92F-4269-B22D-5C2E52241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68513"/>
            <a:ext cx="5157787" cy="43656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C61514A7-2DEE-47E3-BCB4-FB81E9981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455C9D3-0938-4236-8E64-BBF582FCD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68511"/>
            <a:ext cx="5183188" cy="436563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7331E254-1410-4989-81DE-84B684ACC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1810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8ABD79-6AF5-4911-BEC2-A492F3EC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345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89A680-EBE7-45A3-B520-2C50F59C7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66148"/>
            <a:ext cx="3932237" cy="37028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2EEB9F-D255-46E9-AFBB-FCC4D93BE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F729341-632E-4151-9863-D40D91A16F84}"/>
              </a:ext>
            </a:extLst>
          </p:cNvPr>
          <p:cNvSpPr/>
          <p:nvPr userDrawn="1"/>
        </p:nvSpPr>
        <p:spPr>
          <a:xfrm>
            <a:off x="-11174" y="1947672"/>
            <a:ext cx="493776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4843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4469CAF-CD13-4CCC-9569-14C8070A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38074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D4C583-322D-4347-807F-F6D6AF885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30500"/>
            <a:ext cx="3932237" cy="37384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138DBAD-2265-4E62-AB5B-F66A60D53F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19738" y="0"/>
            <a:ext cx="6103620" cy="6857999"/>
          </a:xfrm>
          <a:custGeom>
            <a:avLst/>
            <a:gdLst>
              <a:gd name="connsiteX0" fmla="*/ 3914141 w 6103620"/>
              <a:gd name="connsiteY0" fmla="*/ 914400 h 6857999"/>
              <a:gd name="connsiteX1" fmla="*/ 6103620 w 6103620"/>
              <a:gd name="connsiteY1" fmla="*/ 914400 h 6857999"/>
              <a:gd name="connsiteX2" fmla="*/ 6103620 w 6103620"/>
              <a:gd name="connsiteY2" fmla="*/ 914404 h 6857999"/>
              <a:gd name="connsiteX3" fmla="*/ 4339591 w 6103620"/>
              <a:gd name="connsiteY3" fmla="*/ 6857999 h 6857999"/>
              <a:gd name="connsiteX4" fmla="*/ 2150113 w 6103620"/>
              <a:gd name="connsiteY4" fmla="*/ 6857999 h 6857999"/>
              <a:gd name="connsiteX5" fmla="*/ 1769111 w 6103620"/>
              <a:gd name="connsiteY5" fmla="*/ 0 h 6857999"/>
              <a:gd name="connsiteX6" fmla="*/ 3958591 w 6103620"/>
              <a:gd name="connsiteY6" fmla="*/ 0 h 6857999"/>
              <a:gd name="connsiteX7" fmla="*/ 2189480 w 6103620"/>
              <a:gd name="connsiteY7" fmla="*/ 5943601 h 6857999"/>
              <a:gd name="connsiteX8" fmla="*/ 0 w 6103620"/>
              <a:gd name="connsiteY8" fmla="*/ 594360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3620" h="6857999">
                <a:moveTo>
                  <a:pt x="3914141" y="914400"/>
                </a:moveTo>
                <a:lnTo>
                  <a:pt x="6103620" y="914400"/>
                </a:lnTo>
                <a:lnTo>
                  <a:pt x="6103620" y="914404"/>
                </a:lnTo>
                <a:lnTo>
                  <a:pt x="4339591" y="6857999"/>
                </a:lnTo>
                <a:lnTo>
                  <a:pt x="2150113" y="6857999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681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D7B9076-7693-4C5F-8305-D5529FF80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033272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EMPTY SLIDE</a:t>
            </a:r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83200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22669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10000CCD-6AFF-4E65-8858-5502306E58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5578" y="1974209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5D777E5-98F6-416A-8D23-3399269D85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42535" y="1998209"/>
            <a:ext cx="3103110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2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C979BADF-99B5-4C91-AAE5-FC2C4DBEDE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20642" y="1974209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endParaRPr lang="ru-RU" dirty="0"/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6706F6A2-1599-4D73-9288-3ECEACDDCA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77939" y="1998209"/>
            <a:ext cx="2243918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2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BAE5E245-1702-4722-895D-0808BB0A86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06755" y="1991988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endParaRPr lang="ru-RU" dirty="0"/>
          </a:p>
        </p:txBody>
      </p:sp>
      <p:sp>
        <p:nvSpPr>
          <p:cNvPr id="36" name="Text Placeholder 24">
            <a:extLst>
              <a:ext uri="{FF2B5EF4-FFF2-40B4-BE49-F238E27FC236}">
                <a16:creationId xmlns:a16="http://schemas.microsoft.com/office/drawing/2014/main" id="{3701E665-3CED-413C-BAC6-CE003B1494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64052" y="2015988"/>
            <a:ext cx="2959116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2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7" name="Text Placeholder 24">
            <a:extLst>
              <a:ext uri="{FF2B5EF4-FFF2-40B4-BE49-F238E27FC236}">
                <a16:creationId xmlns:a16="http://schemas.microsoft.com/office/drawing/2014/main" id="{E01406B4-D44B-4D1E-91F3-D87541EAD4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20059" y="2927531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9AAD5CF9-9A59-4C5F-8C29-B92AD60121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718684" y="2927531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9" name="Text Placeholder 24">
            <a:extLst>
              <a:ext uri="{FF2B5EF4-FFF2-40B4-BE49-F238E27FC236}">
                <a16:creationId xmlns:a16="http://schemas.microsoft.com/office/drawing/2014/main" id="{C6725172-65CC-4645-B23F-E77886468F3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4793" y="2927531"/>
            <a:ext cx="2599197" cy="800100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24">
            <a:extLst>
              <a:ext uri="{FF2B5EF4-FFF2-40B4-BE49-F238E27FC236}">
                <a16:creationId xmlns:a16="http://schemas.microsoft.com/office/drawing/2014/main" id="{0EA5E6CA-5C78-4B75-BA22-59750E7D45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876955" y="2925988"/>
            <a:ext cx="3726423" cy="800100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E1C61752-F57C-4FBF-93F3-06F43CCA43C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84133" y="5751926"/>
            <a:ext cx="9623735" cy="470478"/>
          </a:xfrm>
        </p:spPr>
        <p:txBody>
          <a:bodyPr>
            <a:normAutofit/>
          </a:bodyPr>
          <a:lstStyle>
            <a:lvl1pPr marL="0" indent="0" algn="ctr">
              <a:buNone/>
              <a:defRPr sz="16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24">
            <a:extLst>
              <a:ext uri="{FF2B5EF4-FFF2-40B4-BE49-F238E27FC236}">
                <a16:creationId xmlns:a16="http://schemas.microsoft.com/office/drawing/2014/main" id="{E0232175-FB97-4039-8136-B9DD27441C0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794791" y="4893792"/>
            <a:ext cx="2599199" cy="615026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3" name="Text Placeholder 24">
            <a:extLst>
              <a:ext uri="{FF2B5EF4-FFF2-40B4-BE49-F238E27FC236}">
                <a16:creationId xmlns:a16="http://schemas.microsoft.com/office/drawing/2014/main" id="{6E5262C3-0603-403F-AB36-FB4EB9FC7BC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890713" y="4893792"/>
            <a:ext cx="3712665" cy="615026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Picture Placeholder 12">
            <a:extLst>
              <a:ext uri="{FF2B5EF4-FFF2-40B4-BE49-F238E27FC236}">
                <a16:creationId xmlns:a16="http://schemas.microsoft.com/office/drawing/2014/main" id="{D2FBACFC-8B68-4A37-95A4-26BE5A23D75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020058" y="3800404"/>
            <a:ext cx="3273552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5A6A36C6-8489-4333-927A-141D8F98AE50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794792" y="3864572"/>
            <a:ext cx="2599199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BB2DF986-C446-4302-9099-B1512AD5D8C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7876955" y="3864572"/>
            <a:ext cx="2599200" cy="896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B58C539-3FDE-4755-BEB4-C953AA292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741320"/>
            <a:ext cx="1050674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HOW TO USE THIS TEMPALTE</a:t>
            </a:r>
            <a:endParaRPr lang="ru-RU" dirty="0"/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8EDA54DA-ED01-4416-96BF-C8968F4684B4}"/>
              </a:ext>
            </a:extLst>
          </p:cNvPr>
          <p:cNvSpPr/>
          <p:nvPr userDrawn="1"/>
        </p:nvSpPr>
        <p:spPr>
          <a:xfrm>
            <a:off x="-11173" y="1610268"/>
            <a:ext cx="9252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389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30162" y="6002372"/>
            <a:ext cx="549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n-lt"/>
              </a:defRPr>
            </a:lvl1pPr>
          </a:lstStyle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60023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MM.DD.20XX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002372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ADD A FOOTER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39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77" r:id="rId2"/>
    <p:sldLayoutId id="2147483678" r:id="rId3"/>
    <p:sldLayoutId id="2147483679" r:id="rId4"/>
    <p:sldLayoutId id="2147483681" r:id="rId5"/>
    <p:sldLayoutId id="2147483690" r:id="rId6"/>
    <p:sldLayoutId id="2147483691" r:id="rId7"/>
    <p:sldLayoutId id="2147483684" r:id="rId8"/>
    <p:sldLayoutId id="2147483685" r:id="rId9"/>
    <p:sldLayoutId id="2147483692" r:id="rId10"/>
    <p:sldLayoutId id="2147483693" r:id="rId11"/>
    <p:sldLayoutId id="2147483694" r:id="rId12"/>
    <p:sldLayoutId id="2147483697" r:id="rId13"/>
    <p:sldLayoutId id="2147483698" r:id="rId14"/>
    <p:sldLayoutId id="2147483699" r:id="rId15"/>
    <p:sldLayoutId id="2147483701" r:id="rId16"/>
    <p:sldLayoutId id="2147483700" r:id="rId17"/>
    <p:sldLayoutId id="2147483687" r:id="rId18"/>
    <p:sldLayoutId id="2147483696" r:id="rId19"/>
    <p:sldLayoutId id="2147483688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www.sciencedirect.com/science/article/pii/S2352340918315191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rive.google.com/drive/u/0/folders/16xLtEIGKBLcrhBwi9QL1yQrwvYlgNt0l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customXml" Target="../ink/ink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customXml" Target="../ink/ink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customXml" Target="../ink/ink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customXml" Target="../ink/ink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customXml" Target="../ink/ink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4.png"/><Relationship Id="rId4" Type="http://schemas.openxmlformats.org/officeDocument/2006/relationships/customXml" Target="../ink/ink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 descr="Building glass walls and sky">
            <a:extLst>
              <a:ext uri="{FF2B5EF4-FFF2-40B4-BE49-F238E27FC236}">
                <a16:creationId xmlns:a16="http://schemas.microsoft.com/office/drawing/2014/main" id="{873751CF-C490-45B5-B248-BF86A59ECF2E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2"/>
          <a:srcRect l="-48" t="6766" r="19843" b="3091"/>
          <a:stretch/>
        </p:blipFill>
        <p:spPr>
          <a:xfrm>
            <a:off x="7054449" y="0"/>
            <a:ext cx="5134375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6E9371-6E05-45E0-803B-4C39AC28C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926" y="650327"/>
            <a:ext cx="10510754" cy="2281355"/>
          </a:xfrm>
        </p:spPr>
        <p:txBody>
          <a:bodyPr/>
          <a:lstStyle/>
          <a:p>
            <a:r>
              <a:rPr lang="en-US" dirty="0"/>
              <a:t>Hotel Booking Prediction</a:t>
            </a:r>
            <a:endParaRPr lang="ru-RU" sz="5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0FE25-038A-4A14-B11A-432FECB7FA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Discussion on Approach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0A1A89-FE18-44C6-B3EE-49541CB8507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May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3697A7-775B-4995-AFA7-E4B1B1C1C8F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2021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0506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 descr="Low Angle View of Office Building Against Clear Sky">
            <a:extLst>
              <a:ext uri="{FF2B5EF4-FFF2-40B4-BE49-F238E27FC236}">
                <a16:creationId xmlns:a16="http://schemas.microsoft.com/office/drawing/2014/main" id="{98E1357B-90EC-4F60-BE24-5671EC46D03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/>
          <a:srcRect t="13926" b="13926"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A21564-E2C8-443F-8E07-E59DFA5BC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033272"/>
            <a:ext cx="5056083" cy="782638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Statement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A2A374-6D41-4D06-9363-3092466402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701" y="2075612"/>
            <a:ext cx="5768622" cy="1466075"/>
          </a:xfrm>
        </p:spPr>
        <p:txBody>
          <a:bodyPr>
            <a:normAutofit/>
          </a:bodyPr>
          <a:lstStyle/>
          <a:p>
            <a:r>
              <a:rPr lang="en-IN" dirty="0"/>
              <a:t>Leverage Guest Data and Booking Behaviour Patterns to devise a strategy for Hotel Revenue Management, using Data Science and Machine Learning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534D36-FD98-42BC-977C-D6843E425B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6630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01CE71-FC76-4B08-B6CF-991940C3C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Where to get the Data</a:t>
            </a:r>
            <a:endParaRPr lang="ru-R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AE43E3-E3DE-481E-9B87-7B1F8783A6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4032" y="2225392"/>
            <a:ext cx="4474862" cy="470307"/>
          </a:xfrm>
        </p:spPr>
        <p:txBody>
          <a:bodyPr/>
          <a:lstStyle/>
          <a:p>
            <a:r>
              <a:rPr lang="en-US" dirty="0"/>
              <a:t>Acknowledgement 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8F02AC-2ACE-4B6E-9181-99EBB08906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4032" y="2676787"/>
            <a:ext cx="4745706" cy="1799185"/>
          </a:xfrm>
        </p:spPr>
        <p:txBody>
          <a:bodyPr>
            <a:noAutofit/>
          </a:bodyPr>
          <a:lstStyle/>
          <a:p>
            <a:r>
              <a:rPr lang="en-IN" dirty="0"/>
              <a:t>The data is originally from the article </a:t>
            </a:r>
            <a:r>
              <a:rPr lang="en-IN" dirty="0">
                <a:hlinkClick r:id="rId2"/>
              </a:rPr>
              <a:t>Hotel Booking Demand Datasets</a:t>
            </a:r>
            <a:r>
              <a:rPr lang="en-IN" dirty="0"/>
              <a:t>, written by Nuno Antonio, Ana Almeida, and Luis Nunes for Data in Brief, Volume 22, February 2019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4" name="Picture Placeholder 13" descr="Futuristic Design Office Building Against Clear Sky">
            <a:extLst>
              <a:ext uri="{FF2B5EF4-FFF2-40B4-BE49-F238E27FC236}">
                <a16:creationId xmlns:a16="http://schemas.microsoft.com/office/drawing/2014/main" id="{1E9B5A50-F85D-49E6-9C85-597319470577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/>
          <a:srcRect l="17163" t="7596" r="21154"/>
          <a:stretch/>
        </p:blipFill>
        <p:spPr>
          <a:xfrm>
            <a:off x="5519738" y="0"/>
            <a:ext cx="6103621" cy="6858000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C20937-8D4C-4000-BCD6-AC984F093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BCB91DD-3CB3-4908-87EB-9C23EAC5D856}"/>
              </a:ext>
            </a:extLst>
          </p:cNvPr>
          <p:cNvSpPr txBox="1">
            <a:spLocks/>
          </p:cNvSpPr>
          <p:nvPr/>
        </p:nvSpPr>
        <p:spPr>
          <a:xfrm>
            <a:off x="774032" y="3997946"/>
            <a:ext cx="4474862" cy="470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Source</a:t>
            </a:r>
            <a:endParaRPr lang="ru-RU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A5B2E7B-C9A3-45B6-859B-9057D3A11EC1}"/>
              </a:ext>
            </a:extLst>
          </p:cNvPr>
          <p:cNvSpPr txBox="1">
            <a:spLocks/>
          </p:cNvSpPr>
          <p:nvPr/>
        </p:nvSpPr>
        <p:spPr>
          <a:xfrm>
            <a:off x="774032" y="4417621"/>
            <a:ext cx="4745706" cy="810121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80000" indent="-180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b="0" i="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Available on Kaggle</a:t>
            </a:r>
          </a:p>
          <a:p>
            <a:r>
              <a:rPr lang="en-US" dirty="0"/>
              <a:t>Uploaded to the following location on Google Drive: </a:t>
            </a:r>
          </a:p>
          <a:p>
            <a:pPr lvl="1"/>
            <a:r>
              <a:rPr lang="en-IN" sz="1500" dirty="0">
                <a:hlinkClick r:id="rId4"/>
              </a:rPr>
              <a:t>https://drive.google.com/drive/u/0/folders/16xLtEIGKBLcrhBwi9QL1yQrwvYlgNt0l</a:t>
            </a:r>
            <a:endParaRPr lang="en-US" sz="15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204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01CE71-FC76-4B08-B6CF-991940C3C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32" y="1032746"/>
            <a:ext cx="5484264" cy="782638"/>
          </a:xfrm>
        </p:spPr>
        <p:txBody>
          <a:bodyPr>
            <a:normAutofit fontScale="90000"/>
          </a:bodyPr>
          <a:lstStyle/>
          <a:p>
            <a:r>
              <a:rPr lang="en-US" dirty="0"/>
              <a:t>Type of Given Datapoints</a:t>
            </a:r>
            <a:endParaRPr lang="ru-R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AE43E3-E3DE-481E-9B87-7B1F8783A6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4032" y="2225392"/>
            <a:ext cx="4474862" cy="470307"/>
          </a:xfrm>
        </p:spPr>
        <p:txBody>
          <a:bodyPr/>
          <a:lstStyle/>
          <a:p>
            <a:r>
              <a:rPr lang="en-US" dirty="0"/>
              <a:t>Market Segments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8F02AC-2ACE-4B6E-9181-99EBB08906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95495" y="2618437"/>
            <a:ext cx="4745706" cy="587902"/>
          </a:xfrm>
        </p:spPr>
        <p:txBody>
          <a:bodyPr>
            <a:noAutofit/>
          </a:bodyPr>
          <a:lstStyle/>
          <a:p>
            <a:r>
              <a:rPr lang="en-US" dirty="0"/>
              <a:t>Offline vs Online sources from where the booking is generated and related variables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4" name="Picture Placeholder 13" descr="Futuristic Design Office Building Against Clear Sky">
            <a:extLst>
              <a:ext uri="{FF2B5EF4-FFF2-40B4-BE49-F238E27FC236}">
                <a16:creationId xmlns:a16="http://schemas.microsoft.com/office/drawing/2014/main" id="{1E9B5A50-F85D-49E6-9C85-597319470577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/>
          <a:srcRect l="17163" t="7596" r="21154"/>
          <a:stretch/>
        </p:blipFill>
        <p:spPr>
          <a:xfrm>
            <a:off x="5519738" y="0"/>
            <a:ext cx="6103621" cy="6858000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C20937-8D4C-4000-BCD6-AC984F093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5B0D0FB-2C4B-48B4-82AE-251C534D7781}"/>
              </a:ext>
            </a:extLst>
          </p:cNvPr>
          <p:cNvSpPr txBox="1">
            <a:spLocks/>
          </p:cNvSpPr>
          <p:nvPr/>
        </p:nvSpPr>
        <p:spPr>
          <a:xfrm>
            <a:off x="752569" y="3258617"/>
            <a:ext cx="4474862" cy="470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Hotel and Revenue</a:t>
            </a:r>
            <a:endParaRPr lang="ru-RU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D209C360-1BC0-4F7B-A678-883B94413C26}"/>
              </a:ext>
            </a:extLst>
          </p:cNvPr>
          <p:cNvSpPr txBox="1">
            <a:spLocks/>
          </p:cNvSpPr>
          <p:nvPr/>
        </p:nvSpPr>
        <p:spPr>
          <a:xfrm>
            <a:off x="774032" y="3651662"/>
            <a:ext cx="4745706" cy="587902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80000" indent="-180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b="0" i="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City or Resort Hotel, ADR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45DE4FC-E7B0-4360-9D03-2D9358CFD39F}"/>
              </a:ext>
            </a:extLst>
          </p:cNvPr>
          <p:cNvSpPr txBox="1">
            <a:spLocks/>
          </p:cNvSpPr>
          <p:nvPr/>
        </p:nvSpPr>
        <p:spPr>
          <a:xfrm>
            <a:off x="731106" y="4256527"/>
            <a:ext cx="4474862" cy="470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Customer Related</a:t>
            </a:r>
            <a:endParaRPr lang="ru-RU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685A1082-576C-4415-983D-26C9D3FBC29A}"/>
              </a:ext>
            </a:extLst>
          </p:cNvPr>
          <p:cNvSpPr txBox="1">
            <a:spLocks/>
          </p:cNvSpPr>
          <p:nvPr/>
        </p:nvSpPr>
        <p:spPr>
          <a:xfrm>
            <a:off x="752569" y="4649572"/>
            <a:ext cx="4745706" cy="587902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80000" indent="-180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b="0" i="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Variables describing the type of customer based on stay, whether returning, accompanied by how many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4A823CD-62F0-4349-B296-B9EFB2A154AA}"/>
              </a:ext>
            </a:extLst>
          </p:cNvPr>
          <p:cNvSpPr txBox="1">
            <a:spLocks/>
          </p:cNvSpPr>
          <p:nvPr/>
        </p:nvSpPr>
        <p:spPr>
          <a:xfrm>
            <a:off x="741838" y="5237474"/>
            <a:ext cx="4474862" cy="470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Cancellation History</a:t>
            </a:r>
            <a:endParaRPr lang="ru-RU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70045D2-89C3-47D6-BB5B-DD06CC53B96D}"/>
              </a:ext>
            </a:extLst>
          </p:cNvPr>
          <p:cNvSpPr txBox="1">
            <a:spLocks/>
          </p:cNvSpPr>
          <p:nvPr/>
        </p:nvSpPr>
        <p:spPr>
          <a:xfrm>
            <a:off x="763301" y="5630519"/>
            <a:ext cx="4745706" cy="587902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80000" indent="-180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b="0" i="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Has their been cancellations made earlier?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782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01CE71-FC76-4B08-B6CF-991940C3C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Description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C20937-8D4C-4000-BCD6-AC984F093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5</a:t>
            </a:fld>
            <a:endParaRPr lang="ru-RU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2A694CE-5EF6-4C23-B94A-FD3C3BA35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543353"/>
              </p:ext>
            </p:extLst>
          </p:nvPr>
        </p:nvGraphicFramePr>
        <p:xfrm>
          <a:off x="105914" y="2114629"/>
          <a:ext cx="5485994" cy="4633918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673190">
                  <a:extLst>
                    <a:ext uri="{9D8B030D-6E8A-4147-A177-3AD203B41FA5}">
                      <a16:colId xmlns:a16="http://schemas.microsoft.com/office/drawing/2014/main" val="4154484769"/>
                    </a:ext>
                  </a:extLst>
                </a:gridCol>
                <a:gridCol w="3812804">
                  <a:extLst>
                    <a:ext uri="{9D8B030D-6E8A-4147-A177-3AD203B41FA5}">
                      <a16:colId xmlns:a16="http://schemas.microsoft.com/office/drawing/2014/main" val="1047689487"/>
                    </a:ext>
                  </a:extLst>
                </a:gridCol>
              </a:tblGrid>
              <a:tr h="35760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Variable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Description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474553"/>
                  </a:ext>
                </a:extLst>
              </a:tr>
              <a:tr h="228367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hotel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Hotel (H1 = Resort Hotel or H2 = City Hotel)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535295"/>
                  </a:ext>
                </a:extLst>
              </a:tr>
              <a:tr h="33712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is_canceled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Value indicating if the booking was </a:t>
                      </a: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canceled</a:t>
                      </a: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(1) or not (0)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185906"/>
                  </a:ext>
                </a:extLst>
              </a:tr>
              <a:tr h="501024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lead_time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Number of days that elapsed between the entering date of the booking into the PMS and the arrival date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462993"/>
                  </a:ext>
                </a:extLst>
              </a:tr>
              <a:tr h="228367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arrival_date_year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Year of arrival date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7648355"/>
                  </a:ext>
                </a:extLst>
              </a:tr>
              <a:tr h="228367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arrival_date_month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Month of arrival date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9913654"/>
                  </a:ext>
                </a:extLst>
              </a:tr>
              <a:tr h="228367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arrival_date_week_number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Week number of year for arrival date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006194"/>
                  </a:ext>
                </a:extLst>
              </a:tr>
              <a:tr h="228367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arrival_date_day_of_month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Day of arrival date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338024"/>
                  </a:ext>
                </a:extLst>
              </a:tr>
              <a:tr h="33712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stays_in_weekend_nights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Number of weekend nights (Saturday or Sunday) the guest stayed or booked to stay at the </a:t>
                      </a: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hote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502885"/>
                  </a:ext>
                </a:extLst>
              </a:tr>
              <a:tr h="33712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stays_in_week_nights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Number of week-nights (Monday to Friday) the guest stayed or booked to stay at the hotel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4220396"/>
                  </a:ext>
                </a:extLst>
              </a:tr>
              <a:tr h="228367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adults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Number of adults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814751"/>
                  </a:ext>
                </a:extLst>
              </a:tr>
              <a:tr h="228367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children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Count of Children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896913"/>
                  </a:ext>
                </a:extLst>
              </a:tr>
              <a:tr h="228367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babies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Count of Babies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981874"/>
                  </a:ext>
                </a:extLst>
              </a:tr>
              <a:tr h="228367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meal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Type of Preferred Meal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133062"/>
                  </a:ext>
                </a:extLst>
              </a:tr>
              <a:tr h="228367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country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Country of Guest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820653"/>
                  </a:ext>
                </a:extLst>
              </a:tr>
              <a:tr h="228367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market_segment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Booking Source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801126"/>
                  </a:ext>
                </a:extLst>
              </a:tr>
              <a:tr h="228367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distribution_channel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Distribution Channel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19613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8EC13E-62D4-4493-AD7D-759834604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355497"/>
              </p:ext>
            </p:extLst>
          </p:nvPr>
        </p:nvGraphicFramePr>
        <p:xfrm>
          <a:off x="5837725" y="2114629"/>
          <a:ext cx="5167158" cy="4490045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818457">
                  <a:extLst>
                    <a:ext uri="{9D8B030D-6E8A-4147-A177-3AD203B41FA5}">
                      <a16:colId xmlns:a16="http://schemas.microsoft.com/office/drawing/2014/main" val="4154484769"/>
                    </a:ext>
                  </a:extLst>
                </a:gridCol>
                <a:gridCol w="3348701">
                  <a:extLst>
                    <a:ext uri="{9D8B030D-6E8A-4147-A177-3AD203B41FA5}">
                      <a16:colId xmlns:a16="http://schemas.microsoft.com/office/drawing/2014/main" val="1047689487"/>
                    </a:ext>
                  </a:extLst>
                </a:gridCol>
              </a:tblGrid>
              <a:tr h="35737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Variable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Description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474553"/>
                  </a:ext>
                </a:extLst>
              </a:tr>
              <a:tr h="223129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is_repeated_guest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Indicator Variable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535295"/>
                  </a:ext>
                </a:extLst>
              </a:tr>
              <a:tr h="329388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previous_cancellations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Count  of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185906"/>
                  </a:ext>
                </a:extLst>
              </a:tr>
              <a:tr h="328407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previous_bookings_not_canceled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Count of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462993"/>
                  </a:ext>
                </a:extLst>
              </a:tr>
              <a:tr h="223129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reserved_room_type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Type of Room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7648355"/>
                  </a:ext>
                </a:extLst>
              </a:tr>
              <a:tr h="223129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assigned_room_type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Type of Room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9913654"/>
                  </a:ext>
                </a:extLst>
              </a:tr>
              <a:tr h="223129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booking_changes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Count of 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006194"/>
                  </a:ext>
                </a:extLst>
              </a:tr>
              <a:tr h="223129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deposit_type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No Deposit / Refundable/ Non-Refundable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338024"/>
                  </a:ext>
                </a:extLst>
              </a:tr>
              <a:tr h="329388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agent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502885"/>
                  </a:ext>
                </a:extLst>
              </a:tr>
              <a:tr h="329388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company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Accompanied by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4220396"/>
                  </a:ext>
                </a:extLst>
              </a:tr>
              <a:tr h="223129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days_in_waiting_list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Days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814751"/>
                  </a:ext>
                </a:extLst>
              </a:tr>
              <a:tr h="223129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customer_type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Type of Customer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896913"/>
                  </a:ext>
                </a:extLst>
              </a:tr>
              <a:tr h="223129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adr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Average Daily Rate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981874"/>
                  </a:ext>
                </a:extLst>
              </a:tr>
              <a:tr h="336897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required_car_parking_spaces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How Many cars needed to be parked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133062"/>
                  </a:ext>
                </a:extLst>
              </a:tr>
              <a:tr h="223129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total_of_special_requests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Count of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820653"/>
                  </a:ext>
                </a:extLst>
              </a:tr>
              <a:tr h="223129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reservation_status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801126"/>
                  </a:ext>
                </a:extLst>
              </a:tr>
              <a:tr h="223129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reservation_status_date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Date of Status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196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0913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719E0E7-CFBA-48B5-AA1B-EA5B887F6650}"/>
              </a:ext>
            </a:extLst>
          </p:cNvPr>
          <p:cNvSpPr>
            <a:spLocks noGrp="1"/>
          </p:cNvSpPr>
          <p:nvPr>
            <p:ph type="title"/>
          </p:nvPr>
        </p:nvSpPr>
        <p:spPr bwMode="grayWhite">
          <a:xfrm>
            <a:off x="774032" y="1033272"/>
            <a:ext cx="7016181" cy="782638"/>
          </a:xfrm>
        </p:spPr>
        <p:txBody>
          <a:bodyPr>
            <a:normAutofit/>
          </a:bodyPr>
          <a:lstStyle/>
          <a:p>
            <a:r>
              <a:rPr lang="en-US" dirty="0"/>
              <a:t>Business Questions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609542-DD6D-4EC5-B1B2-054C2BE79B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grayWhite"/>
        <p:txBody>
          <a:bodyPr/>
          <a:lstStyle/>
          <a:p>
            <a:fld id="{D495E168-DA5E-4888-8D8A-92B118324C14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08041C-D02A-4710-85DE-C7D4D55850D6}"/>
              </a:ext>
            </a:extLst>
          </p:cNvPr>
          <p:cNvSpPr/>
          <p:nvPr/>
        </p:nvSpPr>
        <p:spPr>
          <a:xfrm>
            <a:off x="471235" y="2104761"/>
            <a:ext cx="10258927" cy="3665619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IN" sz="1500" dirty="0">
                <a:solidFill>
                  <a:schemeClr val="bg1">
                    <a:lumMod val="75000"/>
                  </a:schemeClr>
                </a:solidFill>
              </a:rPr>
              <a:t>•	Where do the guests come from?</a:t>
            </a: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en-IN" sz="150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IN" sz="1500" dirty="0">
                <a:solidFill>
                  <a:schemeClr val="bg1">
                    <a:lumMod val="75000"/>
                  </a:schemeClr>
                </a:solidFill>
              </a:rPr>
              <a:t>•	How much do guests pay for a room per night?</a:t>
            </a: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en-IN" sz="150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IN" sz="1500" dirty="0">
                <a:solidFill>
                  <a:schemeClr val="bg1">
                    <a:lumMod val="75000"/>
                  </a:schemeClr>
                </a:solidFill>
              </a:rPr>
              <a:t>•	How does the price per night vary over the year?</a:t>
            </a: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en-IN" sz="150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IN" sz="1500" dirty="0">
                <a:solidFill>
                  <a:schemeClr val="bg1">
                    <a:lumMod val="75000"/>
                  </a:schemeClr>
                </a:solidFill>
              </a:rPr>
              <a:t>•	Which are the most-busy month?</a:t>
            </a: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en-IN" sz="150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IN" sz="1500" dirty="0">
                <a:solidFill>
                  <a:schemeClr val="bg1">
                    <a:lumMod val="75000"/>
                  </a:schemeClr>
                </a:solidFill>
              </a:rPr>
              <a:t>•	How long do people stay at the hotels?</a:t>
            </a: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en-IN" sz="150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IN" sz="1500" dirty="0">
                <a:solidFill>
                  <a:schemeClr val="bg1">
                    <a:lumMod val="75000"/>
                  </a:schemeClr>
                </a:solidFill>
              </a:rPr>
              <a:t>•	Bookings by market segment</a:t>
            </a: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en-IN" sz="150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IN" sz="1500" dirty="0">
                <a:solidFill>
                  <a:schemeClr val="bg1">
                    <a:lumMod val="75000"/>
                  </a:schemeClr>
                </a:solidFill>
              </a:rPr>
              <a:t>•	How many bookings were cancelled?</a:t>
            </a: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endParaRPr lang="en-IN" sz="150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</a:pPr>
            <a:r>
              <a:rPr lang="en-IN" sz="1500" dirty="0">
                <a:solidFill>
                  <a:schemeClr val="bg1">
                    <a:lumMod val="75000"/>
                  </a:schemeClr>
                </a:solidFill>
              </a:rPr>
              <a:t>•	Which month have the highest number of cancelations?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15CCEF4-035D-4C5C-8056-E133E162321F}"/>
                  </a:ext>
                </a:extLst>
              </p14:cNvPr>
              <p14:cNvContentPartPr/>
              <p14:nvPr/>
            </p14:nvContentPartPr>
            <p14:xfrm>
              <a:off x="5919120" y="1694160"/>
              <a:ext cx="3958200" cy="758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15CCEF4-035D-4C5C-8056-E133E162321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09760" y="1684800"/>
                <a:ext cx="3976920" cy="77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4305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01CE71-FC76-4B08-B6CF-991940C3C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EDA on Variables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8F02AC-2ACE-4B6E-9181-99EBB08906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0634" y="2160129"/>
            <a:ext cx="5775366" cy="3087732"/>
          </a:xfrm>
        </p:spPr>
        <p:txBody>
          <a:bodyPr>
            <a:noAutofit/>
          </a:bodyPr>
          <a:lstStyle/>
          <a:p>
            <a:pPr lvl="0"/>
            <a:r>
              <a:rPr lang="en-IN" dirty="0"/>
              <a:t>Explore the pattens formed by the variables and  try to draw insights from the inter variable relationships. Listed below are some key ideas that can be explored as a part of EDA</a:t>
            </a:r>
            <a:endParaRPr lang="en-US" dirty="0"/>
          </a:p>
          <a:p>
            <a:pPr lvl="0"/>
            <a:endParaRPr lang="en-US" dirty="0"/>
          </a:p>
          <a:p>
            <a:pPr marL="457200" lvl="1" indent="0">
              <a:buNone/>
            </a:pPr>
            <a:r>
              <a:rPr lang="en-US" dirty="0"/>
              <a:t>Examples</a:t>
            </a:r>
          </a:p>
          <a:p>
            <a:pPr lvl="0"/>
            <a:endParaRPr lang="en-US" dirty="0"/>
          </a:p>
          <a:p>
            <a:pPr lvl="1"/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Do Cancellations differ by type of hotel? </a:t>
            </a:r>
          </a:p>
          <a:p>
            <a:pPr lvl="1"/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Do Cancellation Rates have a time trend?</a:t>
            </a:r>
          </a:p>
          <a:p>
            <a:pPr lvl="1"/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Where do the cancellation originate from? How do they differ by different Market Segments?</a:t>
            </a:r>
          </a:p>
          <a:p>
            <a:pPr lvl="1"/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How does Lead Time and Average Daily Rate differ?</a:t>
            </a:r>
          </a:p>
          <a:p>
            <a:pPr lvl="1"/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What is relationship between Lead Time and Cancellation Rate Relate to each other?</a:t>
            </a:r>
          </a:p>
          <a:p>
            <a:pPr lvl="1"/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endParaRPr lang="en-US" b="1" dirty="0"/>
          </a:p>
          <a:p>
            <a:pPr lvl="0"/>
            <a:endParaRPr lang="en-IN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4" name="Picture Placeholder 13" descr="Futuristic Design Office Building Against Clear Sky">
            <a:extLst>
              <a:ext uri="{FF2B5EF4-FFF2-40B4-BE49-F238E27FC236}">
                <a16:creationId xmlns:a16="http://schemas.microsoft.com/office/drawing/2014/main" id="{1E9B5A50-F85D-49E6-9C85-597319470577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/>
          <a:srcRect l="17163" t="7596" r="21154"/>
          <a:stretch/>
        </p:blipFill>
        <p:spPr>
          <a:xfrm>
            <a:off x="5978621" y="320633"/>
            <a:ext cx="6103621" cy="642455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C20937-8D4C-4000-BCD6-AC984F093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5792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719E0E7-CFBA-48B5-AA1B-EA5B887F6650}"/>
              </a:ext>
            </a:extLst>
          </p:cNvPr>
          <p:cNvSpPr>
            <a:spLocks noGrp="1"/>
          </p:cNvSpPr>
          <p:nvPr>
            <p:ph type="title"/>
          </p:nvPr>
        </p:nvSpPr>
        <p:spPr bwMode="grayWhite">
          <a:xfrm>
            <a:off x="774032" y="1033272"/>
            <a:ext cx="10649342" cy="782638"/>
          </a:xfrm>
        </p:spPr>
        <p:txBody>
          <a:bodyPr>
            <a:normAutofit/>
          </a:bodyPr>
          <a:lstStyle/>
          <a:p>
            <a:r>
              <a:rPr lang="en-US" dirty="0"/>
              <a:t>EDA – Part 1</a:t>
            </a:r>
            <a:endParaRPr lang="ru-R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658B4B7-2667-479D-90A8-706DAAA9AD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White">
          <a:xfrm>
            <a:off x="774032" y="2105068"/>
            <a:ext cx="10218713" cy="782638"/>
          </a:xfrm>
        </p:spPr>
        <p:txBody>
          <a:bodyPr>
            <a:normAutofit/>
          </a:bodyPr>
          <a:lstStyle/>
          <a:p>
            <a:r>
              <a:rPr lang="en-US" dirty="0"/>
              <a:t>Taking a look at the overall Cancellations and Arrival Date patterns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609542-DD6D-4EC5-B1B2-054C2BE79B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grayWhite"/>
        <p:txBody>
          <a:bodyPr/>
          <a:lstStyle/>
          <a:p>
            <a:fld id="{D495E168-DA5E-4888-8D8A-92B118324C14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1A2FAA-A7D1-4FFE-9517-3C96A0DF2093}"/>
              </a:ext>
            </a:extLst>
          </p:cNvPr>
          <p:cNvSpPr/>
          <p:nvPr/>
        </p:nvSpPr>
        <p:spPr>
          <a:xfrm>
            <a:off x="976640" y="5409722"/>
            <a:ext cx="3751771" cy="409839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>
                    <a:lumMod val="75000"/>
                  </a:schemeClr>
                </a:solidFill>
              </a:rPr>
              <a:t>City Hotels have more cancellations than a Resort Hotel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>
                    <a:lumMod val="75000"/>
                  </a:schemeClr>
                </a:solidFill>
              </a:rPr>
              <a:t>Resort Hotel Cancellations – 11K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>
                    <a:lumMod val="75000"/>
                  </a:schemeClr>
                </a:solidFill>
              </a:rPr>
              <a:t>City Hotel Cancellations – 33K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>
                    <a:lumMod val="75000"/>
                  </a:schemeClr>
                </a:solidFill>
              </a:rPr>
              <a:t>Overall cancellation Rate – 37%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68E976A-1E8D-414A-A1F1-93B9C66DA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640" y="2665449"/>
            <a:ext cx="3639627" cy="248738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A84EACB-3E45-41F3-8CB4-E7C926CDC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292" y="2665448"/>
            <a:ext cx="6504996" cy="248738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3D01251C-D71C-4164-B93B-0637704039FF}"/>
              </a:ext>
            </a:extLst>
          </p:cNvPr>
          <p:cNvSpPr/>
          <p:nvPr/>
        </p:nvSpPr>
        <p:spPr>
          <a:xfrm>
            <a:off x="5438314" y="5409722"/>
            <a:ext cx="5554431" cy="409839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>
                    <a:lumMod val="75000"/>
                  </a:schemeClr>
                </a:solidFill>
              </a:rPr>
              <a:t>Cancellations typically reduces in the beginning of the year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>
                    <a:lumMod val="75000"/>
                  </a:schemeClr>
                </a:solidFill>
              </a:rPr>
              <a:t>The Absolute number of cancellations are increasing as time progresses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>
                    <a:lumMod val="75000"/>
                  </a:schemeClr>
                </a:solidFill>
              </a:rPr>
              <a:t>We may want to study the profile of cancellations from a source perspective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21474DA-D01B-4064-81CC-3875828846DE}"/>
                  </a:ext>
                </a:extLst>
              </p14:cNvPr>
              <p14:cNvContentPartPr/>
              <p14:nvPr/>
            </p14:nvContentPartPr>
            <p14:xfrm>
              <a:off x="6690240" y="1248480"/>
              <a:ext cx="3992760" cy="5207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21474DA-D01B-4064-81CC-3875828846D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80880" y="1239120"/>
                <a:ext cx="4011480" cy="522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5268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719E0E7-CFBA-48B5-AA1B-EA5B887F6650}"/>
              </a:ext>
            </a:extLst>
          </p:cNvPr>
          <p:cNvSpPr>
            <a:spLocks noGrp="1"/>
          </p:cNvSpPr>
          <p:nvPr>
            <p:ph type="title"/>
          </p:nvPr>
        </p:nvSpPr>
        <p:spPr bwMode="grayWhite">
          <a:xfrm>
            <a:off x="774032" y="1033272"/>
            <a:ext cx="10649342" cy="782638"/>
          </a:xfrm>
        </p:spPr>
        <p:txBody>
          <a:bodyPr>
            <a:normAutofit/>
          </a:bodyPr>
          <a:lstStyle/>
          <a:p>
            <a:r>
              <a:rPr lang="en-US" dirty="0"/>
              <a:t>EDA – Part 2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609542-DD6D-4EC5-B1B2-054C2BE79B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grayWhite"/>
        <p:txBody>
          <a:bodyPr/>
          <a:lstStyle/>
          <a:p>
            <a:fld id="{D495E168-DA5E-4888-8D8A-92B118324C14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1A2FAA-A7D1-4FFE-9517-3C96A0DF2093}"/>
              </a:ext>
            </a:extLst>
          </p:cNvPr>
          <p:cNvSpPr/>
          <p:nvPr/>
        </p:nvSpPr>
        <p:spPr>
          <a:xfrm>
            <a:off x="976640" y="5409722"/>
            <a:ext cx="3751771" cy="409839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>
                    <a:lumMod val="75000"/>
                  </a:schemeClr>
                </a:solidFill>
              </a:rPr>
              <a:t>Baseline Cancellation Likelihood for City Hotels is 42%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>
                    <a:lumMod val="75000"/>
                  </a:schemeClr>
                </a:solidFill>
              </a:rPr>
              <a:t>The Baseline Cancellation Likelihood for Resort Hotel is 28%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01251C-D71C-4164-B93B-0637704039FF}"/>
              </a:ext>
            </a:extLst>
          </p:cNvPr>
          <p:cNvSpPr/>
          <p:nvPr/>
        </p:nvSpPr>
        <p:spPr>
          <a:xfrm>
            <a:off x="5438314" y="5409722"/>
            <a:ext cx="5554431" cy="409839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>
                    <a:lumMod val="75000"/>
                  </a:schemeClr>
                </a:solidFill>
              </a:rPr>
              <a:t>More cancellations happen during Summer and Spring since there are generally more booking during that part of the year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8541831E-FD15-4CC2-A38E-6C525A67FA37}"/>
              </a:ext>
            </a:extLst>
          </p:cNvPr>
          <p:cNvSpPr txBox="1">
            <a:spLocks/>
          </p:cNvSpPr>
          <p:nvPr/>
        </p:nvSpPr>
        <p:spPr bwMode="grayWhite">
          <a:xfrm>
            <a:off x="774032" y="2105068"/>
            <a:ext cx="10218713" cy="782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Plotting the cancellation rate over time to uncover relationship between Arrival Time and likelihood to cancel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066B40-6784-4645-8871-6AA384A3F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8314" y="2761405"/>
            <a:ext cx="6132061" cy="25569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ED1B26-B444-4360-91FD-88948492B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032" y="2761404"/>
            <a:ext cx="4253977" cy="255691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3C9D84E-76C2-4C54-A2E5-30FCA9EEE154}"/>
                  </a:ext>
                </a:extLst>
              </p14:cNvPr>
              <p14:cNvContentPartPr/>
              <p14:nvPr/>
            </p14:nvContentPartPr>
            <p14:xfrm>
              <a:off x="1434600" y="51840"/>
              <a:ext cx="9745920" cy="4384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3C9D84E-76C2-4C54-A2E5-30FCA9EEE1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25240" y="42480"/>
                <a:ext cx="9764640" cy="440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795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719E0E7-CFBA-48B5-AA1B-EA5B887F6650}"/>
              </a:ext>
            </a:extLst>
          </p:cNvPr>
          <p:cNvSpPr>
            <a:spLocks noGrp="1"/>
          </p:cNvSpPr>
          <p:nvPr>
            <p:ph type="title"/>
          </p:nvPr>
        </p:nvSpPr>
        <p:spPr bwMode="grayWhite">
          <a:xfrm>
            <a:off x="774032" y="1033272"/>
            <a:ext cx="10649342" cy="782638"/>
          </a:xfrm>
        </p:spPr>
        <p:txBody>
          <a:bodyPr>
            <a:normAutofit/>
          </a:bodyPr>
          <a:lstStyle/>
          <a:p>
            <a:r>
              <a:rPr lang="en-US" dirty="0"/>
              <a:t>EDA – Part 3</a:t>
            </a:r>
            <a:endParaRPr lang="ru-R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658B4B7-2667-479D-90A8-706DAAA9AD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White">
          <a:xfrm>
            <a:off x="774032" y="2105068"/>
            <a:ext cx="10218713" cy="782638"/>
          </a:xfrm>
        </p:spPr>
        <p:txBody>
          <a:bodyPr>
            <a:normAutofit/>
          </a:bodyPr>
          <a:lstStyle/>
          <a:p>
            <a:r>
              <a:rPr lang="en-US" dirty="0"/>
              <a:t>Understanding Cancellations by Market Segment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609542-DD6D-4EC5-B1B2-054C2BE79B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grayWhite"/>
        <p:txBody>
          <a:bodyPr/>
          <a:lstStyle/>
          <a:p>
            <a:fld id="{D495E168-DA5E-4888-8D8A-92B118324C14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1A2FAA-A7D1-4FFE-9517-3C96A0DF2093}"/>
              </a:ext>
            </a:extLst>
          </p:cNvPr>
          <p:cNvSpPr/>
          <p:nvPr/>
        </p:nvSpPr>
        <p:spPr>
          <a:xfrm>
            <a:off x="976640" y="5409722"/>
            <a:ext cx="3751771" cy="409839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>
                    <a:lumMod val="75000"/>
                  </a:schemeClr>
                </a:solidFill>
              </a:rPr>
              <a:t>Online, Offline TA and Groups lead the cancellations rate 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01251C-D71C-4164-B93B-0637704039FF}"/>
              </a:ext>
            </a:extLst>
          </p:cNvPr>
          <p:cNvSpPr/>
          <p:nvPr/>
        </p:nvSpPr>
        <p:spPr>
          <a:xfrm>
            <a:off x="5438314" y="5409722"/>
            <a:ext cx="5554431" cy="409839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>
                    <a:lumMod val="75000"/>
                  </a:schemeClr>
                </a:solidFill>
              </a:rPr>
              <a:t>The Hotel Type affects the cancellation rates 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52D512-E5B8-40D5-B2A4-845E4EE3F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34" y="2558496"/>
            <a:ext cx="4494180" cy="27012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36E4E3-95F2-4467-843C-A30C607C7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416" y="2558496"/>
            <a:ext cx="6090432" cy="275563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07C05C9-D04C-4DF9-9C06-99663B1213C0}"/>
                  </a:ext>
                </a:extLst>
              </p14:cNvPr>
              <p14:cNvContentPartPr/>
              <p14:nvPr/>
            </p14:nvContentPartPr>
            <p14:xfrm>
              <a:off x="1164240" y="497880"/>
              <a:ext cx="10266840" cy="6244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07C05C9-D04C-4DF9-9C06-99663B1213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54880" y="488520"/>
                <a:ext cx="10285560" cy="626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002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719E0E7-CFBA-48B5-AA1B-EA5B887F6650}"/>
              </a:ext>
            </a:extLst>
          </p:cNvPr>
          <p:cNvSpPr>
            <a:spLocks noGrp="1"/>
          </p:cNvSpPr>
          <p:nvPr>
            <p:ph type="title"/>
          </p:nvPr>
        </p:nvSpPr>
        <p:spPr bwMode="grayWhite">
          <a:xfrm>
            <a:off x="774032" y="1033272"/>
            <a:ext cx="10649342" cy="782638"/>
          </a:xfrm>
        </p:spPr>
        <p:txBody>
          <a:bodyPr>
            <a:normAutofit/>
          </a:bodyPr>
          <a:lstStyle/>
          <a:p>
            <a:r>
              <a:rPr lang="en-US" dirty="0"/>
              <a:t>EDA – Part 4</a:t>
            </a:r>
            <a:endParaRPr lang="ru-R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658B4B7-2667-479D-90A8-706DAAA9AD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White">
          <a:xfrm>
            <a:off x="774032" y="2105068"/>
            <a:ext cx="10218713" cy="782638"/>
          </a:xfrm>
        </p:spPr>
        <p:txBody>
          <a:bodyPr>
            <a:normAutofit/>
          </a:bodyPr>
          <a:lstStyle/>
          <a:p>
            <a:r>
              <a:rPr lang="en-US" dirty="0"/>
              <a:t>Taking a look at the overall Cancellations and Arrival Date patterns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609542-DD6D-4EC5-B1B2-054C2BE79B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grayWhite"/>
        <p:txBody>
          <a:bodyPr/>
          <a:lstStyle/>
          <a:p>
            <a:fld id="{D495E168-DA5E-4888-8D8A-92B118324C14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1A2FAA-A7D1-4FFE-9517-3C96A0DF2093}"/>
              </a:ext>
            </a:extLst>
          </p:cNvPr>
          <p:cNvSpPr/>
          <p:nvPr/>
        </p:nvSpPr>
        <p:spPr>
          <a:xfrm>
            <a:off x="976640" y="5409722"/>
            <a:ext cx="3751771" cy="409839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>
                    <a:lumMod val="75000"/>
                  </a:schemeClr>
                </a:solidFill>
              </a:rPr>
              <a:t>Transient Customers are more likely to make Cancellations City Hotel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01251C-D71C-4164-B93B-0637704039FF}"/>
              </a:ext>
            </a:extLst>
          </p:cNvPr>
          <p:cNvSpPr/>
          <p:nvPr/>
        </p:nvSpPr>
        <p:spPr>
          <a:xfrm>
            <a:off x="5776884" y="5409721"/>
            <a:ext cx="4923159" cy="409839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>
                    <a:lumMod val="75000"/>
                  </a:schemeClr>
                </a:solidFill>
              </a:rPr>
              <a:t>Returning Customers  are less Prone to make Cancellations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>
                    <a:lumMod val="75000"/>
                  </a:schemeClr>
                </a:solidFill>
              </a:rPr>
              <a:t>In fact they have opposing behaviour within Transient and Transient Party type of customers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B5B363-BF97-4AFB-9C06-E5D3DE164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32" y="2592479"/>
            <a:ext cx="4584589" cy="27556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1CECCC-7434-4523-8495-F32A03FE9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884" y="2592478"/>
            <a:ext cx="4584589" cy="27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32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719E0E7-CFBA-48B5-AA1B-EA5B887F6650}"/>
              </a:ext>
            </a:extLst>
          </p:cNvPr>
          <p:cNvSpPr>
            <a:spLocks noGrp="1"/>
          </p:cNvSpPr>
          <p:nvPr>
            <p:ph type="title"/>
          </p:nvPr>
        </p:nvSpPr>
        <p:spPr bwMode="grayWhite">
          <a:xfrm>
            <a:off x="774032" y="1033272"/>
            <a:ext cx="9055768" cy="782638"/>
          </a:xfrm>
        </p:spPr>
        <p:txBody>
          <a:bodyPr>
            <a:normAutofit/>
          </a:bodyPr>
          <a:lstStyle/>
          <a:p>
            <a:r>
              <a:rPr lang="en-US" dirty="0"/>
              <a:t>Data Pre-Processing – Part 1</a:t>
            </a:r>
            <a:endParaRPr lang="ru-R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658B4B7-2667-479D-90A8-706DAAA9AD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White">
          <a:xfrm>
            <a:off x="774032" y="2105068"/>
            <a:ext cx="10218713" cy="782638"/>
          </a:xfrm>
        </p:spPr>
        <p:txBody>
          <a:bodyPr>
            <a:normAutofit/>
          </a:bodyPr>
          <a:lstStyle/>
          <a:p>
            <a:r>
              <a:rPr lang="en-US" dirty="0"/>
              <a:t>Dependent Variable - The cancellation of booking will be the dependent variable in our project</a:t>
            </a:r>
            <a:endParaRPr lang="ru-R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6EDE3F-FD3C-4A2C-837A-5B3420BD5E7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White">
          <a:xfrm>
            <a:off x="774032" y="3491103"/>
            <a:ext cx="9866259" cy="2333625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We shall try to build separate models for Resort and  City Hotels</a:t>
            </a:r>
          </a:p>
          <a:p>
            <a:pPr lvl="0"/>
            <a:endParaRPr lang="en-IN" dirty="0"/>
          </a:p>
          <a:p>
            <a:pPr lvl="0"/>
            <a:r>
              <a:rPr lang="en-US" dirty="0"/>
              <a:t>Build indicator or One-Hot encoded variables that maximizes the discrimination</a:t>
            </a:r>
          </a:p>
          <a:p>
            <a:pPr lvl="0"/>
            <a:endParaRPr lang="en-IN" dirty="0"/>
          </a:p>
          <a:p>
            <a:pPr lvl="0"/>
            <a:r>
              <a:rPr lang="en-US" dirty="0"/>
              <a:t>Explore Bi-variate relationships to check if specific pockets can be identified where likelihood capture maximizes</a:t>
            </a:r>
          </a:p>
          <a:p>
            <a:pPr lvl="0"/>
            <a:endParaRPr lang="en-IN" dirty="0"/>
          </a:p>
          <a:p>
            <a:pPr lvl="1"/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For Example – Returning Customers who belong to Transient Party Category</a:t>
            </a:r>
          </a:p>
          <a:p>
            <a:pPr lvl="0"/>
            <a:endParaRPr lang="en-IN" dirty="0"/>
          </a:p>
          <a:p>
            <a:pPr lvl="0"/>
            <a:r>
              <a:rPr lang="en-US" dirty="0"/>
              <a:t>Treat the company variable and create some bins out of it. Interact the bins with the Customer Type and check for possibilities as described above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Build and engagement index of the booking to assess how deeply is the customer likely to embed in the hotel’s services</a:t>
            </a: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609542-DD6D-4EC5-B1B2-054C2BE79B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grayWhite"/>
        <p:txBody>
          <a:bodyPr/>
          <a:lstStyle/>
          <a:p>
            <a:fld id="{D495E168-DA5E-4888-8D8A-92B118324C14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5F5617-C035-4C13-89DB-47BB62F16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4032" y="2846205"/>
            <a:ext cx="9866259" cy="454353"/>
          </a:xfrm>
        </p:spPr>
        <p:txBody>
          <a:bodyPr/>
          <a:lstStyle/>
          <a:p>
            <a:r>
              <a:rPr lang="en-IN" dirty="0"/>
              <a:t>Modelling Hypotheses</a:t>
            </a:r>
          </a:p>
        </p:txBody>
      </p:sp>
    </p:spTree>
    <p:extLst>
      <p:ext uri="{BB962C8B-B14F-4D97-AF65-F5344CB8AC3E}">
        <p14:creationId xmlns:p14="http://schemas.microsoft.com/office/powerpoint/2010/main" val="3846360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719E0E7-CFBA-48B5-AA1B-EA5B887F6650}"/>
              </a:ext>
            </a:extLst>
          </p:cNvPr>
          <p:cNvSpPr>
            <a:spLocks noGrp="1"/>
          </p:cNvSpPr>
          <p:nvPr>
            <p:ph type="title"/>
          </p:nvPr>
        </p:nvSpPr>
        <p:spPr bwMode="grayWhite">
          <a:xfrm>
            <a:off x="774032" y="1033272"/>
            <a:ext cx="10649342" cy="782638"/>
          </a:xfrm>
        </p:spPr>
        <p:txBody>
          <a:bodyPr>
            <a:normAutofit/>
          </a:bodyPr>
          <a:lstStyle/>
          <a:p>
            <a:r>
              <a:rPr lang="en-US" dirty="0"/>
              <a:t>Data Pre-Processing – Part 2 </a:t>
            </a:r>
            <a:endParaRPr lang="ru-R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658B4B7-2667-479D-90A8-706DAAA9AD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White">
          <a:xfrm>
            <a:off x="774032" y="2105068"/>
            <a:ext cx="10218713" cy="782638"/>
          </a:xfrm>
        </p:spPr>
        <p:txBody>
          <a:bodyPr>
            <a:normAutofit/>
          </a:bodyPr>
          <a:lstStyle/>
          <a:p>
            <a:r>
              <a:rPr lang="en-US" dirty="0"/>
              <a:t>Part 2 of Pre-Processing is divided into two steps – Derived Feature Creation and Fundamental Data Cleaning</a:t>
            </a:r>
            <a:endParaRPr lang="ru-R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6EDE3F-FD3C-4A2C-837A-5B3420BD5E7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White">
          <a:xfrm>
            <a:off x="774032" y="3444143"/>
            <a:ext cx="4365625" cy="233362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IN" dirty="0"/>
              <a:t>Generate a percentile distribution of the variable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IN" dirty="0"/>
              <a:t>Collect extreme values lying beyond the (P1 to p99) range and create an outlier file</a:t>
            </a:r>
          </a:p>
          <a:p>
            <a:pPr>
              <a:lnSpc>
                <a:spcPct val="110000"/>
              </a:lnSpc>
            </a:pPr>
            <a:endParaRPr lang="en-IN" dirty="0"/>
          </a:p>
          <a:p>
            <a:pPr>
              <a:lnSpc>
                <a:spcPct val="110000"/>
              </a:lnSpc>
            </a:pPr>
            <a:r>
              <a:rPr lang="en-IN" dirty="0"/>
              <a:t>Divide the remaining values  into deciles</a:t>
            </a:r>
          </a:p>
          <a:p>
            <a:pPr>
              <a:lnSpc>
                <a:spcPct val="110000"/>
              </a:lnSpc>
            </a:pPr>
            <a:endParaRPr lang="en-IN" dirty="0"/>
          </a:p>
          <a:p>
            <a:pPr>
              <a:lnSpc>
                <a:spcPct val="110000"/>
              </a:lnSpc>
            </a:pPr>
            <a:r>
              <a:rPr lang="en-IN" dirty="0"/>
              <a:t>Analyse the inactivity rate across deciles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dirty="0"/>
              <a:t>										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2CB9BD-51FF-4C3D-BDD7-A004B05B152F}"/>
              </a:ext>
            </a:extLst>
          </p:cNvPr>
          <p:cNvSpPr>
            <a:spLocks noGrp="1"/>
          </p:cNvSpPr>
          <p:nvPr>
            <p:ph type="body" idx="18"/>
          </p:nvPr>
        </p:nvSpPr>
        <p:spPr bwMode="grayWhite">
          <a:xfrm>
            <a:off x="6077678" y="2966537"/>
            <a:ext cx="5938026" cy="454353"/>
          </a:xfrm>
        </p:spPr>
        <p:txBody>
          <a:bodyPr/>
          <a:lstStyle/>
          <a:p>
            <a:r>
              <a:rPr lang="en-US" dirty="0"/>
              <a:t>Variable Cleaning &amp; Selection</a:t>
            </a:r>
            <a:endParaRPr lang="ru-RU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2D6EF90-B98E-4EA6-8AA1-185EE8D4BD2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White">
          <a:xfrm>
            <a:off x="6089815" y="3444143"/>
            <a:ext cx="4640347" cy="257234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N" dirty="0"/>
              <a:t>Calculate Missing Value Percentage. Discard if feature has more than 25% missing value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IN" dirty="0"/>
              <a:t>Calculate  Mean and Standard Deviation of Numerical Variables – Discard if Standard Deviation is 0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IN" dirty="0"/>
              <a:t>Discard the variables  that do not show any discrimination across the Cancellation Rate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609542-DD6D-4EC5-B1B2-054C2BE79B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grayWhite"/>
        <p:txBody>
          <a:bodyPr/>
          <a:lstStyle/>
          <a:p>
            <a:fld id="{D495E168-DA5E-4888-8D8A-92B118324C14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5F5617-C035-4C13-89DB-47BB62F16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4031" y="2993041"/>
            <a:ext cx="5044878" cy="454353"/>
          </a:xfrm>
        </p:spPr>
        <p:txBody>
          <a:bodyPr/>
          <a:lstStyle/>
          <a:p>
            <a:r>
              <a:rPr lang="en-IN" dirty="0"/>
              <a:t>Bivariate Rank Analysis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143D925-7C64-4E9B-B129-E3A93E721712}"/>
                  </a:ext>
                </a:extLst>
              </p14:cNvPr>
              <p14:cNvContentPartPr/>
              <p14:nvPr/>
            </p14:nvContentPartPr>
            <p14:xfrm>
              <a:off x="357840" y="0"/>
              <a:ext cx="11626200" cy="6591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143D925-7C64-4E9B-B129-E3A93E7217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8480" y="-9360"/>
                <a:ext cx="11644920" cy="660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692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DECB-8EF6-4A60-8E14-E10DAC272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Bi-Variate Plots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3684A0A-709B-45F6-B144-FC9A8C6A400D}"/>
              </a:ext>
            </a:extLst>
          </p:cNvPr>
          <p:cNvSpPr txBox="1">
            <a:spLocks/>
          </p:cNvSpPr>
          <p:nvPr/>
        </p:nvSpPr>
        <p:spPr>
          <a:xfrm>
            <a:off x="838199" y="2028313"/>
            <a:ext cx="10795783" cy="749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 b="1" dirty="0">
                <a:solidFill>
                  <a:srgbClr val="FFC000"/>
                </a:solidFill>
              </a:rPr>
              <a:t>Visualizations to reveal Bi-Variate data patterns and relationships</a:t>
            </a:r>
            <a:endParaRPr lang="ru-RU" sz="2500" b="1" dirty="0">
              <a:solidFill>
                <a:srgbClr val="FFC000"/>
              </a:solidFill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5750F6A-81AF-4C99-BCA0-66A6CC6AFB6E}"/>
              </a:ext>
            </a:extLst>
          </p:cNvPr>
          <p:cNvSpPr txBox="1">
            <a:spLocks/>
          </p:cNvSpPr>
          <p:nvPr/>
        </p:nvSpPr>
        <p:spPr>
          <a:xfrm>
            <a:off x="838200" y="2777360"/>
            <a:ext cx="10795783" cy="3087732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80000" indent="-180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b="0" i="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marR="0" lvl="0" indent="-1800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AED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Plot Categorical Independent Variable Levels on X- Axis</a:t>
            </a:r>
          </a:p>
          <a:p>
            <a:pPr marL="180000" marR="0" lvl="0" indent="-1800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AED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180000" marR="0" lvl="0" indent="-1800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AED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Plot Average Value of Dependent Variable on Y-Axis</a:t>
            </a:r>
          </a:p>
          <a:p>
            <a:pPr marL="180000" marR="0" lvl="0" indent="-1800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AED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180000" marR="0" lvl="0" indent="-1800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AED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In case of Continuous Independent variable, break them into ranks and then plot them on the X-Axis</a:t>
            </a:r>
          </a:p>
          <a:p>
            <a:pPr marL="180000" marR="0" lvl="0" indent="-1800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AED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180000" marR="0" lvl="0" indent="-1800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AED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4F7740-0CB1-40F8-B658-0BD02AA0E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087" y="4458561"/>
            <a:ext cx="2581644" cy="1726739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D7536582-3896-46FB-9FE4-937416F2130F}"/>
              </a:ext>
            </a:extLst>
          </p:cNvPr>
          <p:cNvSpPr txBox="1">
            <a:spLocks/>
          </p:cNvSpPr>
          <p:nvPr/>
        </p:nvSpPr>
        <p:spPr>
          <a:xfrm>
            <a:off x="1932650" y="6185300"/>
            <a:ext cx="3497471" cy="3618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FFC000"/>
                </a:solidFill>
              </a:rPr>
              <a:t>Categorical Independent Variable</a:t>
            </a:r>
            <a:endParaRPr lang="ru-RU" sz="1800" b="1" dirty="0">
              <a:solidFill>
                <a:srgbClr val="FFC000"/>
              </a:solidFill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8AFCFF88-7FEB-43BF-9A30-E11AE4C04237}"/>
              </a:ext>
            </a:extLst>
          </p:cNvPr>
          <p:cNvSpPr txBox="1">
            <a:spLocks/>
          </p:cNvSpPr>
          <p:nvPr/>
        </p:nvSpPr>
        <p:spPr>
          <a:xfrm>
            <a:off x="787762" y="5141012"/>
            <a:ext cx="1675666" cy="3618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FFC000"/>
                </a:solidFill>
              </a:rPr>
              <a:t>Avg Value of Y</a:t>
            </a:r>
            <a:endParaRPr lang="ru-RU" sz="1800" b="1" dirty="0">
              <a:solidFill>
                <a:srgbClr val="FFC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170FF34-8C19-4A17-9C19-B111D0C02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909" y="4392738"/>
            <a:ext cx="2623280" cy="1734885"/>
          </a:xfrm>
          <a:prstGeom prst="rect">
            <a:avLst/>
          </a:prstGeom>
        </p:spPr>
      </p:pic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339C4F00-45DB-4E96-AD68-BF73D2159854}"/>
              </a:ext>
            </a:extLst>
          </p:cNvPr>
          <p:cNvSpPr txBox="1">
            <a:spLocks/>
          </p:cNvSpPr>
          <p:nvPr/>
        </p:nvSpPr>
        <p:spPr>
          <a:xfrm>
            <a:off x="7614657" y="6135768"/>
            <a:ext cx="3106853" cy="3618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FFC000"/>
                </a:solidFill>
              </a:rPr>
              <a:t>Ranks of Continuous Variable</a:t>
            </a:r>
            <a:endParaRPr lang="ru-RU" sz="1800" b="1" dirty="0">
              <a:solidFill>
                <a:srgbClr val="FFC000"/>
              </a:solidFill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5820D74D-8511-4BC5-8DC7-4DE6BEBD4067}"/>
              </a:ext>
            </a:extLst>
          </p:cNvPr>
          <p:cNvSpPr txBox="1">
            <a:spLocks/>
          </p:cNvSpPr>
          <p:nvPr/>
        </p:nvSpPr>
        <p:spPr>
          <a:xfrm>
            <a:off x="6118784" y="5141012"/>
            <a:ext cx="1675666" cy="3618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FFC000"/>
                </a:solidFill>
              </a:rPr>
              <a:t>Avg Value of Y</a:t>
            </a:r>
            <a:endParaRPr lang="ru-RU" sz="1800" b="1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134D480-3DA3-4FE1-A665-18ED26065919}"/>
                  </a:ext>
                </a:extLst>
              </p14:cNvPr>
              <p14:cNvContentPartPr/>
              <p14:nvPr/>
            </p14:nvContentPartPr>
            <p14:xfrm>
              <a:off x="443880" y="225360"/>
              <a:ext cx="10404720" cy="5833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134D480-3DA3-4FE1-A665-18ED2606591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4520" y="216000"/>
                <a:ext cx="10423440" cy="585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1034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DECB-8EF6-4A60-8E14-E10DAC272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Insights : Bi-Variate Plots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3684A0A-709B-45F6-B144-FC9A8C6A400D}"/>
              </a:ext>
            </a:extLst>
          </p:cNvPr>
          <p:cNvSpPr txBox="1">
            <a:spLocks/>
          </p:cNvSpPr>
          <p:nvPr/>
        </p:nvSpPr>
        <p:spPr>
          <a:xfrm>
            <a:off x="472436" y="2056450"/>
            <a:ext cx="11091204" cy="749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 b="1" dirty="0">
                <a:solidFill>
                  <a:srgbClr val="FFC000"/>
                </a:solidFill>
              </a:rPr>
              <a:t>We are looking for variables/features that differentiates the average value of Y</a:t>
            </a:r>
            <a:endParaRPr lang="ru-RU" sz="2500" b="1" dirty="0">
              <a:solidFill>
                <a:srgbClr val="FFC000"/>
              </a:solidFill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5750F6A-81AF-4C99-BCA0-66A6CC6AFB6E}"/>
              </a:ext>
            </a:extLst>
          </p:cNvPr>
          <p:cNvSpPr txBox="1">
            <a:spLocks/>
          </p:cNvSpPr>
          <p:nvPr/>
        </p:nvSpPr>
        <p:spPr>
          <a:xfrm>
            <a:off x="472437" y="2805497"/>
            <a:ext cx="10795783" cy="3087732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80000" indent="-180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b="0" i="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marR="0" lvl="0" indent="-1800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AED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Based on plots we can determine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which variables can predict Y</a:t>
            </a:r>
          </a:p>
          <a:p>
            <a:pPr marL="180000" marR="0" lvl="0" indent="-1800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AED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180000" marR="0" lvl="0" indent="-1800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AED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We can even group up some levels or club variable to achieve differentiation</a:t>
            </a:r>
          </a:p>
          <a:p>
            <a:pPr marL="180000" marR="0" lvl="0" indent="-1800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AED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180000" marR="0" lvl="0" indent="-1800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AED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Examples of good and bad outcome is given below to clearly explain the expectation</a:t>
            </a:r>
          </a:p>
          <a:p>
            <a:pPr marL="180000" marR="0" lvl="0" indent="-1800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AED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D7536582-3896-46FB-9FE4-937416F2130F}"/>
              </a:ext>
            </a:extLst>
          </p:cNvPr>
          <p:cNvSpPr txBox="1">
            <a:spLocks/>
          </p:cNvSpPr>
          <p:nvPr/>
        </p:nvSpPr>
        <p:spPr>
          <a:xfrm>
            <a:off x="1651294" y="6213437"/>
            <a:ext cx="3497471" cy="3618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FFC000"/>
                </a:solidFill>
              </a:rPr>
              <a:t>Categorical Independent Variable</a:t>
            </a:r>
            <a:endParaRPr lang="ru-RU" sz="1800" b="1" dirty="0">
              <a:solidFill>
                <a:srgbClr val="FFC000"/>
              </a:solidFill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8AFCFF88-7FEB-43BF-9A30-E11AE4C04237}"/>
              </a:ext>
            </a:extLst>
          </p:cNvPr>
          <p:cNvSpPr txBox="1">
            <a:spLocks/>
          </p:cNvSpPr>
          <p:nvPr/>
        </p:nvSpPr>
        <p:spPr>
          <a:xfrm>
            <a:off x="267254" y="5169149"/>
            <a:ext cx="1675666" cy="3618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FFC000"/>
                </a:solidFill>
              </a:rPr>
              <a:t>Avg Value of Y</a:t>
            </a:r>
            <a:endParaRPr lang="ru-RU" sz="1800" b="1" dirty="0">
              <a:solidFill>
                <a:srgbClr val="FFC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170FF34-8C19-4A17-9C19-B111D0C02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648" y="4419976"/>
            <a:ext cx="2623280" cy="1734885"/>
          </a:xfrm>
          <a:prstGeom prst="rect">
            <a:avLst/>
          </a:prstGeom>
        </p:spPr>
      </p:pic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339C4F00-45DB-4E96-AD68-BF73D2159854}"/>
              </a:ext>
            </a:extLst>
          </p:cNvPr>
          <p:cNvSpPr txBox="1">
            <a:spLocks/>
          </p:cNvSpPr>
          <p:nvPr/>
        </p:nvSpPr>
        <p:spPr>
          <a:xfrm>
            <a:off x="7649548" y="6163006"/>
            <a:ext cx="3106853" cy="3618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FFC000"/>
                </a:solidFill>
              </a:rPr>
              <a:t>Ranks of Continuous Variable</a:t>
            </a:r>
            <a:endParaRPr lang="ru-RU" sz="1800" b="1" dirty="0">
              <a:solidFill>
                <a:srgbClr val="FFC000"/>
              </a:solidFill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5820D74D-8511-4BC5-8DC7-4DE6BEBD4067}"/>
              </a:ext>
            </a:extLst>
          </p:cNvPr>
          <p:cNvSpPr txBox="1">
            <a:spLocks/>
          </p:cNvSpPr>
          <p:nvPr/>
        </p:nvSpPr>
        <p:spPr>
          <a:xfrm>
            <a:off x="5914523" y="5168250"/>
            <a:ext cx="1675666" cy="3618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FFC000"/>
                </a:solidFill>
              </a:rPr>
              <a:t>Avg Value of Y</a:t>
            </a:r>
            <a:endParaRPr lang="ru-RU" sz="1800" b="1" dirty="0">
              <a:solidFill>
                <a:srgbClr val="FFC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D7F81F-2BDC-415E-A2BD-6D6BE71E2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119" y="4459944"/>
            <a:ext cx="2621516" cy="1750417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92F6F9-71EE-4D72-B9F4-8B30D002449F}"/>
              </a:ext>
            </a:extLst>
          </p:cNvPr>
          <p:cNvSpPr txBox="1">
            <a:spLocks/>
          </p:cNvSpPr>
          <p:nvPr/>
        </p:nvSpPr>
        <p:spPr>
          <a:xfrm>
            <a:off x="2404583" y="4419976"/>
            <a:ext cx="1675667" cy="3618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FF0000"/>
                </a:solidFill>
              </a:rPr>
              <a:t>Bad Predictor</a:t>
            </a:r>
            <a:endParaRPr lang="ru-RU" sz="1800" b="1" dirty="0">
              <a:solidFill>
                <a:srgbClr val="FF0000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638DB273-87D9-4DD8-BA49-D29187360B5E}"/>
              </a:ext>
            </a:extLst>
          </p:cNvPr>
          <p:cNvSpPr txBox="1">
            <a:spLocks/>
          </p:cNvSpPr>
          <p:nvPr/>
        </p:nvSpPr>
        <p:spPr>
          <a:xfrm>
            <a:off x="8024454" y="4459045"/>
            <a:ext cx="1961698" cy="3618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accent3">
                    <a:lumMod val="50000"/>
                  </a:schemeClr>
                </a:solidFill>
              </a:rPr>
              <a:t>Good Predictor</a:t>
            </a:r>
            <a:endParaRPr lang="ru-RU" sz="18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037D94E-0676-410A-A685-04072ED62789}"/>
              </a:ext>
            </a:extLst>
          </p:cNvPr>
          <p:cNvCxnSpPr/>
          <p:nvPr/>
        </p:nvCxnSpPr>
        <p:spPr>
          <a:xfrm>
            <a:off x="2197047" y="5149485"/>
            <a:ext cx="2090738" cy="0"/>
          </a:xfrm>
          <a:prstGeom prst="straightConnector1">
            <a:avLst/>
          </a:prstGeom>
          <a:ln w="158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70271678-4039-4407-8074-C471FAAE115D}"/>
              </a:ext>
            </a:extLst>
          </p:cNvPr>
          <p:cNvSpPr txBox="1">
            <a:spLocks/>
          </p:cNvSpPr>
          <p:nvPr/>
        </p:nvSpPr>
        <p:spPr>
          <a:xfrm>
            <a:off x="4440121" y="4813030"/>
            <a:ext cx="1101067" cy="3618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FFC000"/>
                </a:solidFill>
              </a:rPr>
              <a:t>No Slope</a:t>
            </a:r>
            <a:endParaRPr lang="ru-RU" sz="1800" b="1" dirty="0">
              <a:solidFill>
                <a:srgbClr val="FFC000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7FD644C-2BAE-4AC1-8D47-3EE8A46F4E8E}"/>
              </a:ext>
            </a:extLst>
          </p:cNvPr>
          <p:cNvCxnSpPr>
            <a:cxnSpLocks/>
          </p:cNvCxnSpPr>
          <p:nvPr/>
        </p:nvCxnSpPr>
        <p:spPr>
          <a:xfrm flipV="1">
            <a:off x="8024454" y="4715983"/>
            <a:ext cx="1819141" cy="937669"/>
          </a:xfrm>
          <a:prstGeom prst="straightConnector1">
            <a:avLst/>
          </a:prstGeom>
          <a:ln w="158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1BDF2458-0A0D-48F0-B105-D627E180131A}"/>
              </a:ext>
            </a:extLst>
          </p:cNvPr>
          <p:cNvSpPr txBox="1">
            <a:spLocks/>
          </p:cNvSpPr>
          <p:nvPr/>
        </p:nvSpPr>
        <p:spPr>
          <a:xfrm>
            <a:off x="10281572" y="4639963"/>
            <a:ext cx="1101067" cy="3618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FFC000"/>
                </a:solidFill>
              </a:rPr>
              <a:t>Good  Slope</a:t>
            </a:r>
            <a:endParaRPr lang="ru-RU" sz="1800" b="1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0D9F711-2A35-4C24-94C1-0E7885E68567}"/>
                  </a:ext>
                </a:extLst>
              </p14:cNvPr>
              <p14:cNvContentPartPr/>
              <p14:nvPr/>
            </p14:nvContentPartPr>
            <p14:xfrm>
              <a:off x="1338120" y="5994360"/>
              <a:ext cx="6423840" cy="442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0D9F711-2A35-4C24-94C1-0E7885E6856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28760" y="5985000"/>
                <a:ext cx="6442560" cy="46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2050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719E0E7-CFBA-48B5-AA1B-EA5B887F6650}"/>
              </a:ext>
            </a:extLst>
          </p:cNvPr>
          <p:cNvSpPr>
            <a:spLocks noGrp="1"/>
          </p:cNvSpPr>
          <p:nvPr>
            <p:ph type="title"/>
          </p:nvPr>
        </p:nvSpPr>
        <p:spPr bwMode="grayWhite">
          <a:xfrm>
            <a:off x="774032" y="1033272"/>
            <a:ext cx="10649342" cy="78263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Classification Methodologies to Consider</a:t>
            </a:r>
            <a:endParaRPr lang="ru-R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658B4B7-2667-479D-90A8-706DAAA9AD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White">
          <a:xfrm>
            <a:off x="774032" y="2105068"/>
            <a:ext cx="10218713" cy="782638"/>
          </a:xfrm>
        </p:spPr>
        <p:txBody>
          <a:bodyPr>
            <a:normAutofit/>
          </a:bodyPr>
          <a:lstStyle/>
          <a:p>
            <a:r>
              <a:rPr lang="en-US" dirty="0"/>
              <a:t>Bi-directional approach : Strong classifier algorithms (Parametric and Non Parametric) can be tested and results compared for final deployment</a:t>
            </a:r>
            <a:endParaRPr lang="ru-R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6EDE3F-FD3C-4A2C-837A-5B3420BD5E7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White">
          <a:xfrm>
            <a:off x="774032" y="3444143"/>
            <a:ext cx="4365625" cy="233362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Logistic Regression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This model will have weights or coefficients for individual features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Flexibility to create custom target segment based on predicted probability for each client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dirty="0"/>
              <a:t>										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2CB9BD-51FF-4C3D-BDD7-A004B05B152F}"/>
              </a:ext>
            </a:extLst>
          </p:cNvPr>
          <p:cNvSpPr>
            <a:spLocks noGrp="1"/>
          </p:cNvSpPr>
          <p:nvPr>
            <p:ph type="body" idx="18"/>
          </p:nvPr>
        </p:nvSpPr>
        <p:spPr bwMode="grayWhite">
          <a:xfrm>
            <a:off x="6627120" y="2993041"/>
            <a:ext cx="5233576" cy="454353"/>
          </a:xfrm>
        </p:spPr>
        <p:txBody>
          <a:bodyPr/>
          <a:lstStyle/>
          <a:p>
            <a:r>
              <a:rPr lang="en-US" dirty="0"/>
              <a:t>Tree Based ML Algorithm</a:t>
            </a:r>
            <a:endParaRPr lang="ru-RU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2D6EF90-B98E-4EA6-8AA1-185EE8D4BD2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White">
          <a:xfrm>
            <a:off x="6639257" y="3470647"/>
            <a:ext cx="4640347" cy="257234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Decision Tree and Random Forest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Generates a set of rules that can be visually interpreted and readily deployed for decision making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Captures interactions and non linearity in the data as predictors relate themselves to the dependent variable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609542-DD6D-4EC5-B1B2-054C2BE79B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grayWhite"/>
        <p:txBody>
          <a:bodyPr/>
          <a:lstStyle/>
          <a:p>
            <a:fld id="{D495E168-DA5E-4888-8D8A-92B118324C14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5F5617-C035-4C13-89DB-47BB62F16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4031" y="2993041"/>
            <a:ext cx="4659360" cy="454353"/>
          </a:xfrm>
        </p:spPr>
        <p:txBody>
          <a:bodyPr/>
          <a:lstStyle/>
          <a:p>
            <a:r>
              <a:rPr lang="en-IN" dirty="0"/>
              <a:t>Statistical  Approach</a:t>
            </a:r>
          </a:p>
        </p:txBody>
      </p:sp>
    </p:spTree>
    <p:extLst>
      <p:ext uri="{BB962C8B-B14F-4D97-AF65-F5344CB8AC3E}">
        <p14:creationId xmlns:p14="http://schemas.microsoft.com/office/powerpoint/2010/main" val="1783168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DECB-8EF6-4A60-8E14-E10DAC272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Classification Algorithms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FF859433-C86F-47F3-87D6-0610DFE547D0}"/>
              </a:ext>
            </a:extLst>
          </p:cNvPr>
          <p:cNvSpPr txBox="1">
            <a:spLocks/>
          </p:cNvSpPr>
          <p:nvPr/>
        </p:nvSpPr>
        <p:spPr bwMode="grayWhite">
          <a:xfrm>
            <a:off x="735685" y="2422207"/>
            <a:ext cx="10879315" cy="782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CD00"/>
                </a:solidFill>
                <a:effectLst/>
                <a:uLnTx/>
                <a:uFillTx/>
                <a:ea typeface="+mn-ea"/>
                <a:cs typeface="+mn-cs"/>
              </a:rPr>
              <a:t>Bi-directional approach : Both classifier algorithms (Statistical and ML Based) can be tried out and results compared for final deployment</a:t>
            </a:r>
            <a:endParaRPr kumimoji="0" lang="ru-RU" sz="2500" b="1" i="0" u="none" strike="noStrike" kern="1200" cap="none" spc="0" normalizeH="0" baseline="0" noProof="0" dirty="0">
              <a:ln>
                <a:noFill/>
              </a:ln>
              <a:solidFill>
                <a:srgbClr val="FFCD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017F22-3194-495C-A642-0FA5CA769392}"/>
              </a:ext>
            </a:extLst>
          </p:cNvPr>
          <p:cNvSpPr txBox="1">
            <a:spLocks/>
          </p:cNvSpPr>
          <p:nvPr/>
        </p:nvSpPr>
        <p:spPr bwMode="grayWhite">
          <a:xfrm>
            <a:off x="6083752" y="3500485"/>
            <a:ext cx="5233576" cy="4543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7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Tree Based ML Algorithm</a:t>
            </a:r>
            <a:endParaRPr kumimoji="0" lang="ru-RU" sz="27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EB079C0-690E-4392-9C38-7AEBB277A4E7}"/>
              </a:ext>
            </a:extLst>
          </p:cNvPr>
          <p:cNvSpPr txBox="1">
            <a:spLocks/>
          </p:cNvSpPr>
          <p:nvPr/>
        </p:nvSpPr>
        <p:spPr>
          <a:xfrm>
            <a:off x="725657" y="3500485"/>
            <a:ext cx="4659360" cy="4543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7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7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Binomial LR 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FDA1C0-6332-49B0-96C1-B128908F3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311" y="4160518"/>
            <a:ext cx="4260526" cy="25098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583CF4-082B-4494-B8B1-F26169240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077" y="4160519"/>
            <a:ext cx="4260526" cy="250983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C74D2C1-271B-4C74-B253-0018CF562F62}"/>
                  </a:ext>
                </a:extLst>
              </p14:cNvPr>
              <p14:cNvContentPartPr/>
              <p14:nvPr/>
            </p14:nvContentPartPr>
            <p14:xfrm>
              <a:off x="5353200" y="3953160"/>
              <a:ext cx="1163880" cy="1416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C74D2C1-271B-4C74-B253-0018CF562F6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43840" y="3943800"/>
                <a:ext cx="1182600" cy="143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67945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42E07B-C167-48F8-AB6F-45BD78322261}"/>
              </a:ext>
            </a:extLst>
          </p:cNvPr>
          <p:cNvSpPr>
            <a:spLocks noGrp="1"/>
          </p:cNvSpPr>
          <p:nvPr>
            <p:ph type="title"/>
          </p:nvPr>
        </p:nvSpPr>
        <p:spPr bwMode="grayWhite">
          <a:xfrm>
            <a:off x="225458" y="742938"/>
            <a:ext cx="3922644" cy="1524185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Measure Classification Performance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E478EB-C91D-4F65-ABE7-97357B17A1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White">
          <a:xfrm>
            <a:off x="323458" y="3198228"/>
            <a:ext cx="2825496" cy="605146"/>
          </a:xfrm>
        </p:spPr>
        <p:txBody>
          <a:bodyPr>
            <a:normAutofit/>
          </a:bodyPr>
          <a:lstStyle/>
          <a:p>
            <a:r>
              <a:rPr lang="en-US" dirty="0"/>
              <a:t>Confusion Matrix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9A1308-AD4D-492C-B931-EA94BBCF4B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18</a:t>
            </a:fld>
            <a:endParaRPr lang="ru-R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187921-D5A8-4272-A5C0-F5C31CE09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58" y="3676886"/>
            <a:ext cx="3917980" cy="1827984"/>
          </a:xfrm>
          <a:prstGeom prst="rect">
            <a:avLst/>
          </a:prstGeom>
        </p:spPr>
      </p:pic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CEFDED04-995A-43D3-AB8C-C0CEB68FA53B}"/>
              </a:ext>
            </a:extLst>
          </p:cNvPr>
          <p:cNvSpPr txBox="1">
            <a:spLocks/>
          </p:cNvSpPr>
          <p:nvPr/>
        </p:nvSpPr>
        <p:spPr bwMode="grayWhite">
          <a:xfrm>
            <a:off x="4770784" y="572521"/>
            <a:ext cx="4640347" cy="257234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000" dirty="0"/>
              <a:t>Accuracy</a:t>
            </a:r>
          </a:p>
          <a:p>
            <a:pPr>
              <a:lnSpc>
                <a:spcPct val="100000"/>
              </a:lnSpc>
            </a:pPr>
            <a:endParaRPr lang="en-US" sz="2000" dirty="0"/>
          </a:p>
          <a:p>
            <a:pPr>
              <a:lnSpc>
                <a:spcPct val="100000"/>
              </a:lnSpc>
            </a:pPr>
            <a:endParaRPr lang="en-US" sz="2000" dirty="0"/>
          </a:p>
          <a:p>
            <a:pPr>
              <a:lnSpc>
                <a:spcPct val="100000"/>
              </a:lnSpc>
            </a:pP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/>
              <a:t>Precision</a:t>
            </a:r>
          </a:p>
          <a:p>
            <a:pPr>
              <a:lnSpc>
                <a:spcPct val="100000"/>
              </a:lnSpc>
            </a:pPr>
            <a:endParaRPr lang="en-US" sz="2000" dirty="0"/>
          </a:p>
          <a:p>
            <a:pPr>
              <a:lnSpc>
                <a:spcPct val="100000"/>
              </a:lnSpc>
            </a:pPr>
            <a:endParaRPr lang="en-US" sz="2000" dirty="0"/>
          </a:p>
          <a:p>
            <a:pPr>
              <a:lnSpc>
                <a:spcPct val="100000"/>
              </a:lnSpc>
            </a:pP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/>
              <a:t>Recall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D74639B-1F99-4709-B32F-5C4C93E47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291" y="961174"/>
            <a:ext cx="3228975" cy="9334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117AC9-4985-4F15-A7E6-786D0D3D00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572" y="2721175"/>
            <a:ext cx="1668390" cy="10821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9F4453-A626-458B-BDAB-FD3D649B07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1572" y="4395110"/>
            <a:ext cx="1755478" cy="10596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1FCC767-3637-469A-9BEC-38A581733F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1896" y="3429243"/>
            <a:ext cx="3314700" cy="1095375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5591575-B80C-4D55-8DAA-F93A2DB0AA34}"/>
              </a:ext>
            </a:extLst>
          </p:cNvPr>
          <p:cNvCxnSpPr>
            <a:cxnSpLocks/>
          </p:cNvCxnSpPr>
          <p:nvPr/>
        </p:nvCxnSpPr>
        <p:spPr>
          <a:xfrm>
            <a:off x="9569246" y="4651514"/>
            <a:ext cx="0" cy="59634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52F0048E-35EE-41BE-9A8B-11006F5157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3499" y="5374757"/>
            <a:ext cx="1781175" cy="752475"/>
          </a:xfrm>
          <a:prstGeom prst="rect">
            <a:avLst/>
          </a:prstGeom>
        </p:spPr>
      </p:pic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0F0EDBF-7975-4B3E-A5F6-5E38C40C23D3}"/>
              </a:ext>
            </a:extLst>
          </p:cNvPr>
          <p:cNvSpPr txBox="1">
            <a:spLocks/>
          </p:cNvSpPr>
          <p:nvPr/>
        </p:nvSpPr>
        <p:spPr bwMode="grayWhite">
          <a:xfrm>
            <a:off x="7769230" y="2969190"/>
            <a:ext cx="2825496" cy="605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 Score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7A85869-09C2-4369-8896-B725CAF13006}"/>
                  </a:ext>
                </a:extLst>
              </p14:cNvPr>
              <p14:cNvContentPartPr/>
              <p14:nvPr/>
            </p14:nvContentPartPr>
            <p14:xfrm>
              <a:off x="2979720" y="240120"/>
              <a:ext cx="8822160" cy="6588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7A85869-09C2-4369-8896-B725CAF1300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70360" y="230760"/>
                <a:ext cx="8840880" cy="660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9517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719E0E7-CFBA-48B5-AA1B-EA5B887F6650}"/>
              </a:ext>
            </a:extLst>
          </p:cNvPr>
          <p:cNvSpPr>
            <a:spLocks noGrp="1"/>
          </p:cNvSpPr>
          <p:nvPr>
            <p:ph type="title"/>
          </p:nvPr>
        </p:nvSpPr>
        <p:spPr bwMode="grayWhite">
          <a:xfrm>
            <a:off x="371550" y="1029770"/>
            <a:ext cx="11196295" cy="782638"/>
          </a:xfrm>
        </p:spPr>
        <p:txBody>
          <a:bodyPr>
            <a:normAutofit/>
          </a:bodyPr>
          <a:lstStyle/>
          <a:p>
            <a:r>
              <a:rPr lang="en-US" dirty="0"/>
              <a:t>ML – Actionable Strategy</a:t>
            </a:r>
            <a:endParaRPr lang="ru-R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658B4B7-2667-479D-90A8-706DAAA9AD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White">
          <a:xfrm>
            <a:off x="292690" y="2041055"/>
            <a:ext cx="10218713" cy="782638"/>
          </a:xfrm>
        </p:spPr>
        <p:txBody>
          <a:bodyPr>
            <a:normAutofit/>
          </a:bodyPr>
          <a:lstStyle/>
          <a:p>
            <a:r>
              <a:rPr lang="en-US" dirty="0"/>
              <a:t>The outcome of the project is best conveyed with business context and impact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609542-DD6D-4EC5-B1B2-054C2BE79B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grayWhite"/>
        <p:txBody>
          <a:bodyPr/>
          <a:lstStyle/>
          <a:p>
            <a:fld id="{D495E168-DA5E-4888-8D8A-92B118324C14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5F5617-C035-4C13-89DB-47BB62F16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690" y="2498350"/>
            <a:ext cx="5002507" cy="454353"/>
          </a:xfrm>
        </p:spPr>
        <p:txBody>
          <a:bodyPr/>
          <a:lstStyle/>
          <a:p>
            <a:r>
              <a:rPr lang="en-IN" dirty="0"/>
              <a:t>An Example of Strategy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5B5D0B-9505-460D-AB28-DA323630F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816" y="2847629"/>
            <a:ext cx="2769012" cy="3622208"/>
          </a:xfrm>
          <a:prstGeom prst="rect">
            <a:avLst/>
          </a:prstGeom>
        </p:spPr>
      </p:pic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921150D2-2F59-4E1B-928A-9181E506AC6A}"/>
              </a:ext>
            </a:extLst>
          </p:cNvPr>
          <p:cNvSpPr txBox="1">
            <a:spLocks/>
          </p:cNvSpPr>
          <p:nvPr/>
        </p:nvSpPr>
        <p:spPr>
          <a:xfrm>
            <a:off x="10350518" y="3052340"/>
            <a:ext cx="1858172" cy="4543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7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City Hotel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3CCC7652-A00F-465A-8D14-30D3AB33B837}"/>
              </a:ext>
            </a:extLst>
          </p:cNvPr>
          <p:cNvSpPr txBox="1">
            <a:spLocks/>
          </p:cNvSpPr>
          <p:nvPr/>
        </p:nvSpPr>
        <p:spPr>
          <a:xfrm>
            <a:off x="10350518" y="5092195"/>
            <a:ext cx="1858172" cy="4543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7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Resort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8E7856-648F-4FC3-8085-35398B3C4695}"/>
              </a:ext>
            </a:extLst>
          </p:cNvPr>
          <p:cNvSpPr/>
          <p:nvPr/>
        </p:nvSpPr>
        <p:spPr>
          <a:xfrm>
            <a:off x="2489832" y="3369989"/>
            <a:ext cx="1744579" cy="63767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r>
              <a:rPr lang="en-IN" dirty="0"/>
              <a:t>Low Engagement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BFEDC1-FCC9-4FBE-8ED7-15EED778A1DA}"/>
              </a:ext>
            </a:extLst>
          </p:cNvPr>
          <p:cNvSpPr/>
          <p:nvPr/>
        </p:nvSpPr>
        <p:spPr>
          <a:xfrm>
            <a:off x="4422907" y="3369989"/>
            <a:ext cx="1744579" cy="637674"/>
          </a:xfrm>
          <a:prstGeom prst="rect">
            <a:avLst/>
          </a:pr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r>
              <a:rPr lang="en-IN" dirty="0"/>
              <a:t>High Engagement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28EA00-375E-4D1C-A3AB-EAEC41228B62}"/>
              </a:ext>
            </a:extLst>
          </p:cNvPr>
          <p:cNvSpPr/>
          <p:nvPr/>
        </p:nvSpPr>
        <p:spPr>
          <a:xfrm>
            <a:off x="673768" y="4165123"/>
            <a:ext cx="1744579" cy="6376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r>
              <a:rPr lang="en-IN" dirty="0"/>
              <a:t>High Cancel Prob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EE0971-FE5D-424A-976E-52A095E9B7D3}"/>
              </a:ext>
            </a:extLst>
          </p:cNvPr>
          <p:cNvSpPr/>
          <p:nvPr/>
        </p:nvSpPr>
        <p:spPr>
          <a:xfrm>
            <a:off x="673767" y="4986009"/>
            <a:ext cx="1744579" cy="63767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r>
              <a:rPr lang="en-IN" dirty="0"/>
              <a:t>Low Cancel Prob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040426-B634-4C20-B062-E5E1F5D07724}"/>
              </a:ext>
            </a:extLst>
          </p:cNvPr>
          <p:cNvSpPr/>
          <p:nvPr/>
        </p:nvSpPr>
        <p:spPr>
          <a:xfrm>
            <a:off x="2489832" y="4165123"/>
            <a:ext cx="1744579" cy="637674"/>
          </a:xfrm>
          <a:prstGeom prst="rect">
            <a:avLst/>
          </a:prstGeom>
          <a:solidFill>
            <a:srgbClr val="FFC000">
              <a:alpha val="54000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r>
              <a:rPr lang="en-IN" dirty="0"/>
              <a:t>Encourage to cancel soon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C05653D-0754-44FB-A19E-DD1FEC33DB55}"/>
              </a:ext>
            </a:extLst>
          </p:cNvPr>
          <p:cNvSpPr/>
          <p:nvPr/>
        </p:nvSpPr>
        <p:spPr>
          <a:xfrm>
            <a:off x="4422907" y="4165123"/>
            <a:ext cx="1744579" cy="637674"/>
          </a:xfrm>
          <a:prstGeom prst="rect">
            <a:avLst/>
          </a:prstGeom>
          <a:solidFill>
            <a:srgbClr val="FFC000">
              <a:alpha val="54000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r>
              <a:rPr lang="en-IN" dirty="0"/>
              <a:t>Lower Days to Cancel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DFF5E6C-AEB6-4155-9443-D1DC52352BA1}"/>
              </a:ext>
            </a:extLst>
          </p:cNvPr>
          <p:cNvSpPr/>
          <p:nvPr/>
        </p:nvSpPr>
        <p:spPr>
          <a:xfrm>
            <a:off x="2489832" y="4984677"/>
            <a:ext cx="1744579" cy="637674"/>
          </a:xfrm>
          <a:prstGeom prst="rect">
            <a:avLst/>
          </a:prstGeom>
          <a:solidFill>
            <a:srgbClr val="FFC000">
              <a:alpha val="54000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r>
              <a:rPr lang="en-IN" dirty="0"/>
              <a:t>No Action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0DE6E60-D8C1-4EAA-B4D9-42BBAC780A72}"/>
              </a:ext>
            </a:extLst>
          </p:cNvPr>
          <p:cNvSpPr/>
          <p:nvPr/>
        </p:nvSpPr>
        <p:spPr>
          <a:xfrm>
            <a:off x="4422907" y="4984677"/>
            <a:ext cx="1744579" cy="637674"/>
          </a:xfrm>
          <a:prstGeom prst="rect">
            <a:avLst/>
          </a:prstGeom>
          <a:solidFill>
            <a:srgbClr val="FFC000">
              <a:alpha val="54000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r>
              <a:rPr lang="en-IN" dirty="0"/>
              <a:t>Lower ADR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D890547-B76D-4D4E-BABE-04A5661AC976}"/>
                  </a:ext>
                </a:extLst>
              </p14:cNvPr>
              <p14:cNvContentPartPr/>
              <p14:nvPr/>
            </p14:nvContentPartPr>
            <p14:xfrm>
              <a:off x="268920" y="332640"/>
              <a:ext cx="11921040" cy="5287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D890547-B76D-4D4E-BABE-04A5661AC9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9560" y="323280"/>
                <a:ext cx="11939760" cy="530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6778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Placeholder 22" descr="Low Angle View of Office Building Against Blue Sky">
            <a:extLst>
              <a:ext uri="{FF2B5EF4-FFF2-40B4-BE49-F238E27FC236}">
                <a16:creationId xmlns:a16="http://schemas.microsoft.com/office/drawing/2014/main" id="{40946D55-3A70-4E32-99AB-8D71063AAEDE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 rotWithShape="1">
          <a:blip r:embed="rId2"/>
          <a:srcRect l="2749" r="2749"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10F751-9975-4653-9855-BA1C7499B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YOU!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BFE92-CA4F-4673-B4D5-7FFF88E819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Aritra Kumar Sinha</a:t>
            </a:r>
            <a:endParaRPr lang="ru-RU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22606DA-F5C0-4FBD-930A-04C47E7F775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Phone</a:t>
            </a:r>
            <a:endParaRPr lang="ru-R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976F3E4-0E67-4891-8B94-6441620D8B7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+91 9650444155</a:t>
            </a:r>
            <a:endParaRPr lang="ru-R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673424-1521-4ECB-BC19-D062786A9E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Email</a:t>
            </a:r>
            <a:endParaRPr lang="ru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9D6192-3994-44C6-93B4-D248EEE931D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aritrakumar.sinha@gmail.com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4201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5">
      <a:dk1>
        <a:sysClr val="windowText" lastClr="000000"/>
      </a:dk1>
      <a:lt1>
        <a:sysClr val="window" lastClr="FFFFFF"/>
      </a:lt1>
      <a:dk2>
        <a:srgbClr val="FFCD00"/>
      </a:dk2>
      <a:lt2>
        <a:srgbClr val="00AEDE"/>
      </a:lt2>
      <a:accent1>
        <a:srgbClr val="002E62"/>
      </a:accent1>
      <a:accent2>
        <a:srgbClr val="004CB9"/>
      </a:accent2>
      <a:accent3>
        <a:srgbClr val="FF9D00"/>
      </a:accent3>
      <a:accent4>
        <a:srgbClr val="57A773"/>
      </a:accent4>
      <a:accent5>
        <a:srgbClr val="D11149"/>
      </a:accent5>
      <a:accent6>
        <a:srgbClr val="00111F"/>
      </a:accent6>
      <a:hlink>
        <a:srgbClr val="FFFFFF"/>
      </a:hlink>
      <a:folHlink>
        <a:srgbClr val="FFFFFF"/>
      </a:folHlink>
    </a:clrScheme>
    <a:fontScheme name="Custom 22">
      <a:majorFont>
        <a:latin typeface="Verdana"/>
        <a:ea typeface=""/>
        <a:cs typeface=""/>
      </a:majorFont>
      <a:minorFont>
        <a:latin typeface="Lucida Gran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NBPL_GeneralDesign02_MO - v4" id="{6FF23145-4007-4574-94C2-B80E45F46FD9}" vid="{0FB396FC-CF2E-452A-9B17-DA6C73B135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7A0EF5-23A9-4627-BC46-745B7DD804D2}">
  <ds:schemaRefs>
    <ds:schemaRef ds:uri="6dc4bcd6-49db-4c07-9060-8acfc67cef9f"/>
    <ds:schemaRef ds:uri="http://schemas.microsoft.com/office/2006/documentManagement/types"/>
    <ds:schemaRef ds:uri="http://schemas.microsoft.com/office/infopath/2007/PartnerControls"/>
    <ds:schemaRef ds:uri="fb0879af-3eba-417a-a55a-ffe6dcd6ca77"/>
    <ds:schemaRef ds:uri="http://purl.org/dc/elements/1.1/"/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C5154C8-4BB5-43F2-9F6C-5E79271A0D5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2807890-83DC-4772-9CAD-F7CB30099A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0</TotalTime>
  <Words>1432</Words>
  <Application>Microsoft Office PowerPoint</Application>
  <PresentationFormat>Widescreen</PresentationFormat>
  <Paragraphs>277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Lucida Grande</vt:lpstr>
      <vt:lpstr>Verdana</vt:lpstr>
      <vt:lpstr>Wingdings</vt:lpstr>
      <vt:lpstr>Office Theme</vt:lpstr>
      <vt:lpstr>Hotel Booking Prediction</vt:lpstr>
      <vt:lpstr>Problem Statement</vt:lpstr>
      <vt:lpstr>Where to get the Data</vt:lpstr>
      <vt:lpstr>Type of Given Datapoints</vt:lpstr>
      <vt:lpstr>Data Description</vt:lpstr>
      <vt:lpstr>Business Questions</vt:lpstr>
      <vt:lpstr>EDA on Variables</vt:lpstr>
      <vt:lpstr>EDA – Part 1</vt:lpstr>
      <vt:lpstr>EDA – Part 2</vt:lpstr>
      <vt:lpstr>EDA – Part 3</vt:lpstr>
      <vt:lpstr>EDA – Part 4</vt:lpstr>
      <vt:lpstr>Data Pre-Processing – Part 1</vt:lpstr>
      <vt:lpstr>Data Pre-Processing – Part 2 </vt:lpstr>
      <vt:lpstr>Bi-Variate Plots</vt:lpstr>
      <vt:lpstr>Insights : Bi-Variate Plots</vt:lpstr>
      <vt:lpstr>Classification Methodologies to Consider</vt:lpstr>
      <vt:lpstr>Classification Algorithms</vt:lpstr>
      <vt:lpstr>How to Measure Classification Performance</vt:lpstr>
      <vt:lpstr>ML – Actionable Strategy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2018-10-27T05:50:37Z</dcterms:created>
  <dcterms:modified xsi:type="dcterms:W3CDTF">2021-07-13T16:34:45Z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